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371600"/>
            <a:ext cx="109728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27,000+ ⭐ GitHub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0" y="1371600"/>
            <a:ext cx="109728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377440" y="1371600"/>
            <a:ext cx="109728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MIT 开源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Microsoft YaHei"/>
              </a:defRPr>
            </a:pPr>
            <a:r>
              <a:t>PPT Master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CA3AF"/>
                </a:solidFill>
                <a:latin typeface="Microsoft YaHei"/>
              </a:defRPr>
            </a:pPr>
            <a:r>
              <a:t>AI 生成真正可编辑的 PowerPoint — 原生形状 · 动画 · 语音旁白 · MP4 视频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931920"/>
            <a:ext cx="274320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2976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Microsoft YaHei"/>
              </a:defRPr>
            </a:pPr>
            <a:r>
              <a:t>不是截图拼凑的假 PPT  ·  每个元素独立可编辑  ·  数据本地运行零泄露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by Hugo He  ·  github.com/hugohe3/ppt-master</a:t>
            </a:r>
          </a:p>
        </p:txBody>
      </p:sp>
    </p:spTree>
  </p:cSld>
  <p:clrMapOvr>
    <a:masterClrMapping/>
  </p:clrMapOvr>
  <p:transition durm="400">
    <p:fade thruBlk="0"/>
  </p:transition>
  <p:timing>
    <p:tnLst>
      <p:par>
        <p:cTn id="101" dur="indefinite" restart="never" nodeType="tmRoot">
          <p:childTnLst>
            <p:seq concurrent="1" nextAc="seek">
              <p:cTn id="102" dur="indefinite" nodeType="mainSeq">
                <p:childTnLst>
                  <p:par>
                    <p:cTn id="103" dur="350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05" dur="350" fill="hold"/>
                                  <p:tgtEl>
                                    <p:spTgt spid="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6" dur="350" fill="hold">
                      <p:stCondLst>
                        <p:cond delay="8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08" dur="350" fill="hold"/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9" dur="350" fill="hold">
                      <p:stCondLst>
                        <p:cond delay="16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1" dur="350" fill="hold"/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2" dur="350" fill="hold">
                      <p:stCondLst>
                        <p:cond delay="24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4" dur="350" fill="hold"/>
                                  <p:tgtEl>
                                    <p:spTgt spid="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5" dur="350" fill="hold">
                      <p:stCondLst>
                        <p:cond delay="32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7" dur="350" fill="hold"/>
                                  <p:tgtEl>
                                    <p:spTgt spid="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8" dur="350" fill="hold">
                      <p:stCondLst>
                        <p:cond delay="40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20" dur="350" fill="hold"/>
                                  <p:tgtEl>
                                    <p:spTgt spid="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1" dur="350" fill="hold">
                      <p:stCondLst>
                        <p:cond delay="480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23" dur="350" fill="hold"/>
                                  <p:tgtEl>
                                    <p:spTgt spid="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4" dur="350" fill="hold">
                      <p:stCondLst>
                        <p:cond delay="560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26" dur="350" fill="hold"/>
                                  <p:tgtEl>
                                    <p:spTgt spid="1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7" dur="400" fill="hold">
                      <p:stCondLst>
                        <p:cond delay="64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animEffect transition="in" filter="fly" dir="fromBottom">
                                <p:cBhvr>
                                  <p:cTn id="129" dur="400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0" dur="400" fill="hold">
                      <p:stCondLst>
                        <p:cond delay="700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animEffect transition="in" filter="fly" dir="fromBottom">
                                <p:cBhvr>
                                  <p:cTn id="132" dur="400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3" dur="400" fill="hold">
                      <p:stCondLst>
                        <p:cond delay="76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animEffect transition="in" filter="fly" dir="fromBottom">
                                <p:cBhvr>
                                  <p:cTn id="135" dur="400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核心流程：从文档到可编辑 PPTX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Microsoft YaHei"/>
              </a:defRPr>
            </a:pPr>
            <a:r>
              <a:t>SVG 和 DrawingML 本质同源——转换是「方言翻译」而非格式跨越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60320" cy="4114800"/>
          </a:xfrm>
          <a:prstGeom prst="round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2286000"/>
            <a:ext cx="1280160" cy="1280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3600"/>
            </a:pPr>
            <a:r>
              <a:t>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输入文档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PDF / Word</a:t>
            </a:r>
            <a:br/>
            <a:r>
              <a:t>Markdown / URL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828800"/>
            <a:ext cx="2560320" cy="4114800"/>
          </a:xfrm>
          <a:prstGeom prst="round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06240" y="2286000"/>
            <a:ext cx="1280160" cy="12801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3600"/>
            </a:pPr>
            <a:r>
              <a:t>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3840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AI 生成 SVG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43891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Claude 设计每一页</a:t>
            </a:r>
            <a:br/>
            <a:r>
              <a:t>布局+配色+图标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828800"/>
            <a:ext cx="2560320" cy="4114800"/>
          </a:xfrm>
          <a:prstGeom prst="round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4088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3600"/>
            </a:pPr>
            <a:r>
              <a:t>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840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Python 转换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3891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SVG → DrawingML</a:t>
            </a:r>
            <a:br/>
            <a:r>
              <a:t>精确工程化转换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828800"/>
            <a:ext cx="2560320" cy="4114800"/>
          </a:xfrm>
          <a:prstGeom prst="round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875520" y="2286000"/>
            <a:ext cx="1280160" cy="1280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3600"/>
            </a:pPr>
            <a: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3840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输出 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43891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原生可编辑</a:t>
            </a:r>
            <a:br/>
            <a:r>
              <a:t>每个元素独立操作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  <a:latin typeface="Microsoft YaHei"/>
              </a:defRPr>
            </a:pPr>
            <a:r>
              <a:t>💡 关键区别：截图流工具把 PNG 塞进 PPT 当背景 → 改不了  |  PPT Master 生成 DrawingML 原生对象 → 随便改</a:t>
            </a:r>
          </a:p>
        </p:txBody>
      </p:sp>
    </p:spTree>
  </p:cSld>
  <p:clrMapOvr>
    <a:masterClrMapping/>
  </p:clrMapOvr>
  <p:transition durm="400">
    <p:fade thruBlk="0"/>
  </p:transition>
  <p:timing>
    <p:tnLst>
      <p:par>
        <p:cTn id="136" dur="indefinite" restart="never" nodeType="tmRoot">
          <p:childTnLst>
            <p:seq concurrent="1" nextAc="seek">
              <p:cTn id="137" dur="indefinite" nodeType="mainSeq">
                <p:childTnLst>
                  <p:par>
                    <p:cTn id="138" dur="350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0" dur="350" fill="hold"/>
                                  <p:tgtEl>
                                    <p:spTgt spid="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1" dur="350" fill="hold">
                      <p:stCondLst>
                        <p:cond delay="8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3" dur="350" fill="hold"/>
                                  <p:tgtEl>
                                    <p:spTgt spid="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4" dur="350" fill="hold">
                      <p:stCondLst>
                        <p:cond delay="16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6" dur="350" fill="hold"/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7" dur="350" fill="hold">
                      <p:stCondLst>
                        <p:cond delay="24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9" dur="350" fill="hold"/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0" dur="350" fill="hold">
                      <p:stCondLst>
                        <p:cond delay="320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52" dur="350" fill="hold"/>
                                  <p:tgtEl>
                                    <p:spTgt spid="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3" dur="350" fill="hold">
                      <p:stCondLst>
                        <p:cond delay="40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55" dur="350" fill="hold"/>
                                  <p:tgtEl>
                                    <p:spTgt spid="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6" dur="350" fill="hold">
                      <p:stCondLst>
                        <p:cond delay="48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58" dur="350" fill="hold"/>
                                  <p:tgtEl>
                                    <p:spTgt spid="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9" dur="350" fill="hold">
                      <p:stCondLst>
                        <p:cond delay="56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61" dur="350" fill="hold"/>
                                  <p:tgtEl>
                                    <p:spTgt spid="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2" dur="350" fill="hold">
                      <p:stCondLst>
                        <p:cond delay="64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64" dur="350" fill="hold"/>
                                  <p:tgtEl>
                                    <p:spTgt spid="1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5" dur="350" fill="hold">
                      <p:stCondLst>
                        <p:cond delay="720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67" dur="350" fill="hold"/>
                                  <p:tgtEl>
                                    <p:spTgt spid="1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8" dur="350" fill="hold">
                      <p:stCondLst>
                        <p:cond delay="80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0" dur="350" fill="hold"/>
                                  <p:tgtEl>
                                    <p:spTgt spid="1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1" dur="350" fill="hold">
                      <p:stCondLst>
                        <p:cond delay="88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3" dur="350" fill="hold"/>
                                  <p:tgtEl>
                                    <p:spTgt spid="1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4" dur="350" fill="hold">
                      <p:stCondLst>
                        <p:cond delay="960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6" dur="350" fill="hold"/>
                                  <p:tgtEl>
                                    <p:spTgt spid="1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7" dur="350" fill="hold">
                      <p:stCondLst>
                        <p:cond delay="104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9" dur="350" fill="hold"/>
                                  <p:tgtEl>
                                    <p:spTgt spid="1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0" dur="350" fill="hold">
                      <p:stCondLst>
                        <p:cond delay="1120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82" dur="350" fill="hold"/>
                                  <p:tgtEl>
                                    <p:spTgt spid="1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3" dur="350" fill="hold">
                      <p:stCondLst>
                        <p:cond delay="120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85" dur="350" fill="hold"/>
                                  <p:tgtEl>
                                    <p:spTgt spid="1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6" dur="350" fill="hold">
                      <p:stCondLst>
                        <p:cond delay="128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88" dur="350" fill="hold"/>
                                  <p:tgtEl>
                                    <p:spTgt spid="1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9" dur="350" fill="hold">
                      <p:stCondLst>
                        <p:cond delay="136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91" dur="350" fill="hold"/>
                                  <p:tgtEl>
                                    <p:spTgt spid="1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2" dur="350" fill="hold">
                      <p:stCondLst>
                        <p:cond delay="1440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94" dur="350" fill="hold"/>
                                  <p:tgtEl>
                                    <p:spTgt spid="2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5" dur="350" fill="hold">
                      <p:stCondLst>
                        <p:cond delay="152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97" dur="350" fill="hold"/>
                                  <p:tgtEl>
                                    <p:spTgt spid="2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8" dur="350" fill="hold">
                      <p:stCondLst>
                        <p:cond delay="160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00" dur="350" fill="hold"/>
                                  <p:tgtEl>
                                    <p:spTgt spid="2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1" dur="350" fill="hold">
                      <p:stCondLst>
                        <p:cond delay="168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03" dur="350" fill="hold"/>
                                  <p:tgtEl>
                                    <p:spTgt spid="2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🎨 20 套内置模板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Microsoft YaHei"/>
              </a:defRPr>
            </a:pPr>
            <a:r>
              <a:t>覆盖商业演示、学术答辩、科技路演全场景，还支持自定义 .pptx 模板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474720" cy="1280160"/>
          </a:xfrm>
          <a:prstGeom prst="round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73152" cy="1280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Anthropic 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极简科技感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737360"/>
            <a:ext cx="3474720" cy="1280160"/>
          </a:xfrm>
          <a:prstGeom prst="round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59" y="1737360"/>
            <a:ext cx="73152" cy="12801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麦肯锡风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423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咨询顾问级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737360"/>
            <a:ext cx="3474720" cy="1280160"/>
          </a:xfrm>
          <a:prstGeom prst="round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737360"/>
            <a:ext cx="73152" cy="1280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Google 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423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Material Design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337560"/>
            <a:ext cx="3474720" cy="1280160"/>
          </a:xfrm>
          <a:prstGeom prst="round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337560"/>
            <a:ext cx="73152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520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学术答辩风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023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严谨规范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59" y="3337560"/>
            <a:ext cx="3474720" cy="1280160"/>
          </a:xfrm>
          <a:prstGeom prst="round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59" y="3337560"/>
            <a:ext cx="73152" cy="1280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79" y="3520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科技创业风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4023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Startup Pitch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337560"/>
            <a:ext cx="3474720" cy="1280160"/>
          </a:xfrm>
          <a:prstGeom prst="round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337560"/>
            <a:ext cx="73152" cy="12801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3520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极简风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023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Less is More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937760"/>
            <a:ext cx="3474720" cy="1280160"/>
          </a:xfrm>
          <a:prstGeom prst="round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4937760"/>
            <a:ext cx="73152" cy="12801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120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渐变风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623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视觉冲击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80559" y="4937760"/>
            <a:ext cx="3474720" cy="1280160"/>
          </a:xfrm>
          <a:prstGeom prst="round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80559" y="4937760"/>
            <a:ext cx="73152" cy="1280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79" y="5120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复古风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79" y="5623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经典韵味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4937760"/>
            <a:ext cx="3474720" cy="1280160"/>
          </a:xfrm>
          <a:prstGeom prst="round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4937760"/>
            <a:ext cx="73152" cy="128016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0" y="5120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更多...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5623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持续更新中</a:t>
            </a:r>
          </a:p>
        </p:txBody>
      </p:sp>
    </p:spTree>
  </p:cSld>
  <p:clrMapOvr>
    <a:masterClrMapping/>
  </p:clrMapOvr>
  <p:transition durm="400">
    <p:fade thruBlk="0"/>
  </p:transition>
  <p:timing>
    <p:tnLst>
      <p:par>
        <p:cTn id="204" dur="indefinite" restart="never" nodeType="tmRoot">
          <p:childTnLst>
            <p:seq concurrent="1" nextAc="seek">
              <p:cTn id="205" dur="indefinite" nodeType="mainSeq">
                <p:childTnLst>
                  <p:par>
                    <p:cTn id="206" dur="350" fill="hold">
                      <p:stCondLst>
                        <p:cond delay="0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08" dur="350" fill="hold"/>
                                  <p:tgtEl>
                                    <p:spTgt spid="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9" dur="350" fill="hold">
                      <p:stCondLst>
                        <p:cond delay="80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11" dur="350" fill="hold"/>
                                  <p:tgtEl>
                                    <p:spTgt spid="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2" dur="350" fill="hold">
                      <p:stCondLst>
                        <p:cond delay="160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14" dur="350" fill="hold"/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5" dur="350" fill="hold">
                      <p:stCondLst>
                        <p:cond delay="240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17" dur="350" fill="hold"/>
                                  <p:tgtEl>
                                    <p:spTgt spid="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8" dur="350" fill="hold">
                      <p:stCondLst>
                        <p:cond delay="320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20" dur="350" fill="hold"/>
                                  <p:tgtEl>
                                    <p:spTgt spid="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1" dur="350" fill="hold">
                      <p:stCondLst>
                        <p:cond delay="400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23" dur="350" fill="hold"/>
                                  <p:tgtEl>
                                    <p:spTgt spid="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4" dur="350" fill="hold">
                      <p:stCondLst>
                        <p:cond delay="48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26" dur="350" fill="hold"/>
                                  <p:tgtEl>
                                    <p:spTgt spid="1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7" dur="350" fill="hold">
                      <p:stCondLst>
                        <p:cond delay="560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29" dur="350" fill="hold"/>
                                  <p:tgtEl>
                                    <p:spTgt spid="1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0" dur="350" fill="hold">
                      <p:stCondLst>
                        <p:cond delay="640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32" dur="350" fill="hold"/>
                                  <p:tgtEl>
                                    <p:spTgt spid="1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3" dur="350" fill="hold">
                      <p:stCondLst>
                        <p:cond delay="720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35" dur="350" fill="hold"/>
                                  <p:tgtEl>
                                    <p:spTgt spid="1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6" dur="350" fill="hold">
                      <p:stCondLst>
                        <p:cond delay="800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38" dur="350" fill="hold"/>
                                  <p:tgtEl>
                                    <p:spTgt spid="1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9" dur="350" fill="hold">
                      <p:stCondLst>
                        <p:cond delay="880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41" dur="350" fill="hold"/>
                                  <p:tgtEl>
                                    <p:spTgt spid="1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2" dur="350" fill="hold">
                      <p:stCondLst>
                        <p:cond delay="960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44" dur="350" fill="hold"/>
                                  <p:tgtEl>
                                    <p:spTgt spid="1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5" dur="350" fill="hold">
                      <p:stCondLst>
                        <p:cond delay="1040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47" dur="350" fill="hold"/>
                                  <p:tgtEl>
                                    <p:spTgt spid="1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8" dur="350" fill="hold">
                      <p:stCondLst>
                        <p:cond delay="1120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50" dur="350" fill="hold"/>
                                  <p:tgtEl>
                                    <p:spTgt spid="2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51" dur="350" fill="hold">
                      <p:stCondLst>
                        <p:cond delay="1200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53" dur="350" fill="hold"/>
                                  <p:tgtEl>
                                    <p:spTgt spid="2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54" dur="350" fill="hold">
                      <p:stCondLst>
                        <p:cond delay="1280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56" dur="350" fill="hold"/>
                                  <p:tgtEl>
                                    <p:spTgt spid="2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57" dur="350" fill="hold">
                      <p:stCondLst>
                        <p:cond delay="1360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59" dur="350" fill="hold"/>
                                  <p:tgtEl>
                                    <p:spTgt spid="2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0" dur="350" fill="hold">
                      <p:stCondLst>
                        <p:cond delay="1440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62" dur="350" fill="hold"/>
                                  <p:tgtEl>
                                    <p:spTgt spid="2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3" dur="350" fill="hold">
                      <p:stCondLst>
                        <p:cond delay="152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65" dur="350" fill="hold"/>
                                  <p:tgtEl>
                                    <p:spTgt spid="2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6" dur="350" fill="hold">
                      <p:stCondLst>
                        <p:cond delay="1600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68" dur="350" fill="hold"/>
                                  <p:tgtEl>
                                    <p:spTgt spid="2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9" dur="350" fill="hold">
                      <p:stCondLst>
                        <p:cond delay="1680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71" dur="350" fill="hold"/>
                                  <p:tgtEl>
                                    <p:spTgt spid="3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2" dur="350" fill="hold">
                      <p:stCondLst>
                        <p:cond delay="1760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74" dur="350" fill="hold"/>
                                  <p:tgtEl>
                                    <p:spTgt spid="3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5" dur="350" fill="hold">
                      <p:stCondLst>
                        <p:cond delay="1840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77" dur="350" fill="hold"/>
                                  <p:tgtEl>
                                    <p:spTgt spid="3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8" dur="350" fill="hold">
                      <p:stCondLst>
                        <p:cond delay="1920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80" dur="350" fill="hold"/>
                                  <p:tgtEl>
                                    <p:spTgt spid="3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1" dur="350" fill="hold">
                      <p:stCondLst>
                        <p:cond delay="2000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83" dur="350" fill="hold"/>
                                  <p:tgtEl>
                                    <p:spTgt spid="3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4" dur="350" fill="hold">
                      <p:stCondLst>
                        <p:cond delay="2080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86" dur="350" fill="hold"/>
                                  <p:tgtEl>
                                    <p:spTgt spid="3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7" dur="350" fill="hold">
                      <p:stCondLst>
                        <p:cond delay="2160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89" dur="350" fill="hold"/>
                                  <p:tgtEl>
                                    <p:spTgt spid="3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90" dur="350" fill="hold">
                      <p:stCondLst>
                        <p:cond delay="2240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92" dur="350" fill="hold"/>
                                  <p:tgtEl>
                                    <p:spTgt spid="3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93" dur="400" fill="hold">
                      <p:stCondLst>
                        <p:cond delay="2320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animEffect transition="in" filter="fly" dir="fromBottom">
                                <p:cBhvr>
                                  <p:cTn id="295" dur="400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96" dur="400" fill="hold">
                      <p:stCondLst>
                        <p:cond delay="2380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animEffect transition="in" filter="fly" dir="fromBottom">
                                <p:cBhvr>
                                  <p:cTn id="298" dur="400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99" dur="400" fill="hold">
                      <p:stCondLst>
                        <p:cond delay="2440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animEffect transition="in" filter="fly" dir="fromBottom">
                                <p:cBhvr>
                                  <p:cTn id="301" dur="400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2" dur="400" fill="hold">
                      <p:stCondLst>
                        <p:cond delay="250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animEffect transition="in" filter="fly" dir="fromBottom">
                                <p:cBhvr>
                                  <p:cTn id="304" dur="400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5" dur="400" fill="hold">
                      <p:stCondLst>
                        <p:cond delay="2560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animEffect transition="in" filter="fly" dir="fromBottom">
                                <p:cBhvr>
                                  <p:cTn id="307" dur="400" fill="hold"/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8" dur="400" fill="hold">
                      <p:stCondLst>
                        <p:cond delay="2620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animEffect transition="in" filter="fly" dir="fromBottom">
                                <p:cBhvr>
                                  <p:cTn id="310" dur="400" fill="hold"/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1" dur="400" fill="hold">
                      <p:stCondLst>
                        <p:cond delay="2680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animEffect transition="in" filter="fly" dir="fromBottom">
                                <p:cBhvr>
                                  <p:cTn id="313" dur="400" fill="hold"/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4" dur="400" fill="hold">
                      <p:stCondLst>
                        <p:cond delay="2740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animEffect transition="in" filter="fly" dir="fromBottom">
                                <p:cBhvr>
                                  <p:cTn id="316" dur="400" fill="hold"/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7" dur="400" fill="hold">
                      <p:stCondLst>
                        <p:cond delay="2800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animEffect transition="in" filter="fly" dir="fromBottom">
                                <p:cBhvr>
                                  <p:cTn id="319" dur="400" fill="hold"/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0" dur="400" fill="hold">
                      <p:stCondLst>
                        <p:cond delay="2860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animEffect transition="in" filter="fly" dir="fromBottom">
                                <p:cBhvr>
                                  <p:cTn id="322" dur="400" fill="hold"/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📐 多尺寸输出  ·  🖼️ 6000+ 图标  ·  📊 33 种图表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Microsoft YaHei"/>
              </a:defRPr>
            </a:pPr>
            <a:r>
              <a:t>支持的输出尺寸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200400" cy="457200"/>
          </a:xfrm>
          <a:prstGeom prst="round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16:9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057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宽屏演示 · 1920×1080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06040"/>
            <a:ext cx="3200400" cy="457200"/>
          </a:xfrm>
          <a:prstGeom prst="round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4:3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传统投影 · 1024×768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200400"/>
            <a:ext cx="3200400" cy="457200"/>
          </a:xfrm>
          <a:prstGeom prst="round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246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3:4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小红书竖版 · 1080×1440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94760"/>
            <a:ext cx="3200400" cy="457200"/>
          </a:xfrm>
          <a:prstGeom prst="round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840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1:1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840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朋友圈方形 · 1080×1080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389120"/>
            <a:ext cx="3200400" cy="457200"/>
          </a:xfrm>
          <a:prstGeom prst="round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348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A4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434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打印输出 · 210×297mm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983480"/>
            <a:ext cx="3200400" cy="457200"/>
          </a:xfrm>
          <a:prstGeom prst="round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029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自定义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5029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任意尺寸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1371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Microsoft YaHei"/>
              </a:defRPr>
            </a:pPr>
            <a:r>
              <a:t>内置资源库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2011680"/>
            <a:ext cx="3200400" cy="2011680"/>
          </a:xfrm>
          <a:prstGeom prst="round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🎯 6000+ Tabler 图标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27432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无需下载，AI 按需引用</a:t>
            </a:r>
            <a:br/>
            <a:r>
              <a:t>箭头·图表·设备·用户·</a:t>
            </a:r>
            <a:br/>
            <a:r>
              <a:t>社交·文件·编辑·导航</a:t>
            </a:r>
            <a:br/>
            <a:r>
              <a:t>……覆盖全场景需求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95360" y="2011680"/>
            <a:ext cx="3200400" cy="2011680"/>
          </a:xfrm>
          <a:prstGeom prst="round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📊 33 种图表模板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27432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柱状图·折线图·饼图·雷达图</a:t>
            </a:r>
            <a:br/>
            <a:r>
              <a:t>甘特图·流程图·组织架构图</a:t>
            </a:r>
            <a:br/>
            <a:r>
              <a:t>散点图·面积图·环形图</a:t>
            </a:r>
            <a:br/>
            <a:r>
              <a:t>……静态形状，清晰展示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Microsoft YaHei"/>
              </a:defRPr>
            </a:pPr>
            <a:r>
              <a:t>💡 所有资源本地引用，生成过程不联网下载——隐私数据 100% 留在你的电脑上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⚠️ 图表为 PowerPoint 静态形状，不绑定 Excel 数据源（如需动态绑定可手动编辑）</a:t>
            </a:r>
          </a:p>
        </p:txBody>
      </p:sp>
    </p:spTree>
  </p:cSld>
  <p:clrMapOvr>
    <a:masterClrMapping/>
  </p:clrMapOvr>
  <p:transition durm="400">
    <p:fade thruBlk="0"/>
  </p:transition>
  <p:timing>
    <p:tnLst>
      <p:par>
        <p:cTn id="323" dur="indefinite" restart="never" nodeType="tmRoot">
          <p:childTnLst>
            <p:seq concurrent="1" nextAc="seek">
              <p:cTn id="324" dur="indefinite" nodeType="mainSeq">
                <p:childTnLst>
                  <p:par>
                    <p:cTn id="325" dur="350" fill="hold">
                      <p:stCondLst>
                        <p:cond delay="0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27" dur="350" fill="hold"/>
                                  <p:tgtEl>
                                    <p:spTgt spid="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8" dur="350" fill="hold">
                      <p:stCondLst>
                        <p:cond delay="8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30" dur="350" fill="hold"/>
                                  <p:tgtEl>
                                    <p:spTgt spid="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1" dur="350" fill="hold">
                      <p:stCondLst>
                        <p:cond delay="160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33" dur="350" fill="hold"/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4" dur="350" fill="hold">
                      <p:stCondLst>
                        <p:cond delay="240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36" dur="350" fill="hold"/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7" dur="350" fill="hold">
                      <p:stCondLst>
                        <p:cond delay="320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39" dur="350" fill="hold"/>
                                  <p:tgtEl>
                                    <p:spTgt spid="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0" dur="350" fill="hold">
                      <p:stCondLst>
                        <p:cond delay="400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42" dur="350" fill="hold"/>
                                  <p:tgtEl>
                                    <p:spTgt spid="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3" dur="350" fill="hold">
                      <p:stCondLst>
                        <p:cond delay="480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45" dur="350" fill="hold"/>
                                  <p:tgtEl>
                                    <p:spTgt spid="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6" dur="350" fill="hold">
                      <p:stCondLst>
                        <p:cond delay="560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48" dur="350" fill="hold"/>
                                  <p:tgtEl>
                                    <p:spTgt spid="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9" dur="350" fill="hold">
                      <p:stCondLst>
                        <p:cond delay="640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51" dur="350" fill="hold"/>
                                  <p:tgtEl>
                                    <p:spTgt spid="1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2" dur="350" fill="hold">
                      <p:stCondLst>
                        <p:cond delay="720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54" dur="350" fill="hold"/>
                                  <p:tgtEl>
                                    <p:spTgt spid="1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5" dur="350" fill="hold">
                      <p:stCondLst>
                        <p:cond delay="800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57" dur="350" fill="hold"/>
                                  <p:tgtEl>
                                    <p:spTgt spid="1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8" dur="350" fill="hold">
                      <p:stCondLst>
                        <p:cond delay="880"/>
                      </p:stCondLst>
                      <p:childTnLst>
                        <p:par>
                          <p:cTn id="35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60" dur="350" fill="hold"/>
                                  <p:tgtEl>
                                    <p:spTgt spid="1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61" dur="350" fill="hold">
                      <p:stCondLst>
                        <p:cond delay="960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63" dur="350" fill="hold"/>
                                  <p:tgtEl>
                                    <p:spTgt spid="1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64" dur="350" fill="hold">
                      <p:stCondLst>
                        <p:cond delay="1040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66" dur="350" fill="hold"/>
                                  <p:tgtEl>
                                    <p:spTgt spid="1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67" dur="350" fill="hold">
                      <p:stCondLst>
                        <p:cond delay="112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69" dur="350" fill="hold"/>
                                  <p:tgtEl>
                                    <p:spTgt spid="1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70" dur="350" fill="hold">
                      <p:stCondLst>
                        <p:cond delay="1200"/>
                      </p:stCondLst>
                      <p:childTnLst>
                        <p:par>
                          <p:cTn id="37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72" dur="350" fill="hold"/>
                                  <p:tgtEl>
                                    <p:spTgt spid="1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73" dur="350" fill="hold">
                      <p:stCondLst>
                        <p:cond delay="1280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75" dur="350" fill="hold"/>
                                  <p:tgtEl>
                                    <p:spTgt spid="1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76" dur="350" fill="hold">
                      <p:stCondLst>
                        <p:cond delay="1360"/>
                      </p:stCondLst>
                      <p:childTnLst>
                        <p:par>
                          <p:cTn id="37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78" dur="350" fill="hold"/>
                                  <p:tgtEl>
                                    <p:spTgt spid="1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79" dur="350" fill="hold">
                      <p:stCondLst>
                        <p:cond delay="1440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81" dur="350" fill="hold"/>
                                  <p:tgtEl>
                                    <p:spTgt spid="2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82" dur="350" fill="hold">
                      <p:stCondLst>
                        <p:cond delay="1520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84" dur="350" fill="hold"/>
                                  <p:tgtEl>
                                    <p:spTgt spid="2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85" dur="350" fill="hold">
                      <p:stCondLst>
                        <p:cond delay="1600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87" dur="350" fill="hold"/>
                                  <p:tgtEl>
                                    <p:spTgt spid="2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88" dur="350" fill="hold">
                      <p:stCondLst>
                        <p:cond delay="1680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90" dur="350" fill="hold"/>
                                  <p:tgtEl>
                                    <p:spTgt spid="2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1" dur="350" fill="hold">
                      <p:stCondLst>
                        <p:cond delay="1760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93" dur="350" fill="hold"/>
                                  <p:tgtEl>
                                    <p:spTgt spid="2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4" dur="350" fill="hold">
                      <p:stCondLst>
                        <p:cond delay="1840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96" dur="350" fill="hold"/>
                                  <p:tgtEl>
                                    <p:spTgt spid="2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7" dur="350" fill="hold">
                      <p:stCondLst>
                        <p:cond delay="1920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99" dur="350" fill="hold"/>
                                  <p:tgtEl>
                                    <p:spTgt spid="2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00" dur="350" fill="hold">
                      <p:stCondLst>
                        <p:cond delay="2000"/>
                      </p:stCondLst>
                      <p:childTnLst>
                        <p:par>
                          <p:cTn id="40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02" dur="350" fill="hold"/>
                                  <p:tgtEl>
                                    <p:spTgt spid="2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03" dur="350" fill="hold">
                      <p:stCondLst>
                        <p:cond delay="2080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05" dur="350" fill="hold"/>
                                  <p:tgtEl>
                                    <p:spTgt spid="2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06" dur="350" fill="hold">
                      <p:stCondLst>
                        <p:cond delay="216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08" dur="350" fill="hold"/>
                                  <p:tgtEl>
                                    <p:spTgt spid="2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09" dur="350" fill="hold">
                      <p:stCondLst>
                        <p:cond delay="2240"/>
                      </p:stCondLst>
                      <p:childTnLst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11" dur="350" fill="hold"/>
                                  <p:tgtEl>
                                    <p:spTgt spid="3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🎬 原生动画系统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Microsoft YaHei"/>
              </a:defRPr>
            </a:pPr>
            <a:r>
              <a:t>两层动画，DrawingML 原生实现——可在 PowerPoint 中自由编辑每个动画效果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Microsoft YaHei"/>
              </a:defRPr>
            </a:pPr>
            <a:r>
              <a:t>① 页面过渡 Slide Transitions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5303520" cy="1828800"/>
          </a:xfrm>
          <a:prstGeom prst="round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  <a:latin typeface="Microsoft YaHei"/>
              </a:defRPr>
            </a:pPr>
            <a:r>
              <a:t>✅ 默认开启  ·  Fade 淡入淡出  ·  可自定义切换效果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页面之间的切换动画，让演示更流畅专业。</a:t>
            </a:r>
            <a:br/>
            <a:r>
              <a:t>默认使用 Fade（淡入淡出）效果，</a:t>
            </a:r>
            <a:br/>
            <a:r>
              <a:t>也可在 PowerPoint 中手动调整为其他过渡效果。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B5CF6"/>
                </a:solidFill>
                <a:latin typeface="Microsoft YaHei"/>
              </a:defRPr>
            </a:pPr>
            <a:r>
              <a:t>② 元素入场 Entrance Animations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937760"/>
            <a:ext cx="5303520" cy="1463040"/>
          </a:xfrm>
          <a:prstGeom prst="round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074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9E0B"/>
                </a:solidFill>
                <a:latin typeface="Microsoft YaHei"/>
              </a:defRPr>
            </a:pPr>
            <a:r>
              <a:t>⚠️ 默认关闭  ·  -a auto 开启  ·  AI 语义分配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4864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逐元素飞入、淡入、缩放等动画。</a:t>
            </a:r>
            <a:br/>
            <a:r>
              <a:t>设计哲学：默认关闭避免「AI 味」，需要时按需开启。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Microsoft YaHei"/>
              </a:defRPr>
            </a:pPr>
            <a:r>
              <a:t>三种触发方式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2286000"/>
            <a:ext cx="4846320" cy="1280160"/>
          </a:xfrm>
          <a:prstGeom prst="round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0" y="2286000"/>
            <a:ext cx="73152" cy="1280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223760" y="2468880"/>
            <a:ext cx="109728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on-click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423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点击触发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88036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适合现场演讲</a:t>
            </a:r>
            <a:br/>
            <a:r>
              <a:t>演讲者控制节奏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3840480"/>
            <a:ext cx="4846320" cy="1280160"/>
          </a:xfrm>
          <a:prstGeom prst="round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3840480"/>
            <a:ext cx="73152" cy="12801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223760" y="4023360"/>
            <a:ext cx="109728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after-previous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977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自动播放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43484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适合旁白配音</a:t>
            </a:r>
            <a:br/>
            <a:r>
              <a:t>视频导出场景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5394960"/>
            <a:ext cx="4846320" cy="1280160"/>
          </a:xfrm>
          <a:prstGeom prst="round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0" y="5394960"/>
            <a:ext cx="73152" cy="1280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23760" y="5577840"/>
            <a:ext cx="109728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with-previous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5532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同步播放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598932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并行展示</a:t>
            </a:r>
            <a:br/>
            <a:r>
              <a:t>多元素同时出现</a:t>
            </a:r>
          </a:p>
        </p:txBody>
      </p:sp>
    </p:spTree>
  </p:cSld>
  <p:clrMapOvr>
    <a:masterClrMapping/>
  </p:clrMapOvr>
  <p:transition durm="400">
    <p:fade thruBlk="0"/>
  </p:transition>
  <p:timing>
    <p:tnLst>
      <p:par>
        <p:cTn id="412" dur="indefinite" restart="never" nodeType="tmRoot">
          <p:childTnLst>
            <p:seq concurrent="1" nextAc="seek">
              <p:cTn id="413" dur="indefinite" nodeType="mainSeq">
                <p:childTnLst>
                  <p:par>
                    <p:cTn id="414" dur="350" fill="hold">
                      <p:stCondLst>
                        <p:cond delay="0"/>
                      </p:stCondLst>
                      <p:childTnLst>
                        <p:par>
                          <p:cTn id="41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16" dur="350" fill="hold"/>
                                  <p:tgtEl>
                                    <p:spTgt spid="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17" dur="350" fill="hold">
                      <p:stCondLst>
                        <p:cond delay="8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19" dur="350" fill="hold"/>
                                  <p:tgtEl>
                                    <p:spTgt spid="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20" dur="350" fill="hold">
                      <p:stCondLst>
                        <p:cond delay="160"/>
                      </p:stCondLst>
                      <p:childTnLst>
                        <p:par>
                          <p:cTn id="42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22" dur="350" fill="hold"/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23" dur="350" fill="hold">
                      <p:stCondLst>
                        <p:cond delay="24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25" dur="350" fill="hold"/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26" dur="350" fill="hold">
                      <p:stCondLst>
                        <p:cond delay="320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28" dur="350" fill="hold"/>
                                  <p:tgtEl>
                                    <p:spTgt spid="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29" dur="350" fill="hold">
                      <p:stCondLst>
                        <p:cond delay="40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31" dur="350" fill="hold"/>
                                  <p:tgtEl>
                                    <p:spTgt spid="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2" dur="350" fill="hold">
                      <p:stCondLst>
                        <p:cond delay="480"/>
                      </p:stCondLst>
                      <p:childTnLst>
                        <p:par>
                          <p:cTn id="43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34" dur="350" fill="hold"/>
                                  <p:tgtEl>
                                    <p:spTgt spid="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5" dur="350" fill="hold">
                      <p:stCondLst>
                        <p:cond delay="56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37" dur="350" fill="hold"/>
                                  <p:tgtEl>
                                    <p:spTgt spid="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8" dur="350" fill="hold">
                      <p:stCondLst>
                        <p:cond delay="640"/>
                      </p:stCondLst>
                      <p:childTnLst>
                        <p:par>
                          <p:cTn id="43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40" dur="350" fill="hold"/>
                                  <p:tgtEl>
                                    <p:spTgt spid="1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1" dur="350" fill="hold">
                      <p:stCondLst>
                        <p:cond delay="720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43" dur="350" fill="hold"/>
                                  <p:tgtEl>
                                    <p:spTgt spid="1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4" dur="350" fill="hold">
                      <p:stCondLst>
                        <p:cond delay="800"/>
                      </p:stCondLst>
                      <p:childTnLst>
                        <p:par>
                          <p:cTn id="44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46" dur="350" fill="hold"/>
                                  <p:tgtEl>
                                    <p:spTgt spid="1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7" dur="350" fill="hold">
                      <p:stCondLst>
                        <p:cond delay="88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49" dur="350" fill="hold"/>
                                  <p:tgtEl>
                                    <p:spTgt spid="1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50" dur="350" fill="hold">
                      <p:stCondLst>
                        <p:cond delay="960"/>
                      </p:stCondLst>
                      <p:childTnLst>
                        <p:par>
                          <p:cTn id="45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52" dur="350" fill="hold"/>
                                  <p:tgtEl>
                                    <p:spTgt spid="1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53" dur="350" fill="hold">
                      <p:stCondLst>
                        <p:cond delay="104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55" dur="350" fill="hold"/>
                                  <p:tgtEl>
                                    <p:spTgt spid="1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56" dur="350" fill="hold">
                      <p:stCondLst>
                        <p:cond delay="1120"/>
                      </p:stCondLst>
                      <p:childTnLst>
                        <p:par>
                          <p:cTn id="45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58" dur="350" fill="hold"/>
                                  <p:tgtEl>
                                    <p:spTgt spid="1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59" dur="350" fill="hold">
                      <p:stCondLst>
                        <p:cond delay="120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61" dur="350" fill="hold"/>
                                  <p:tgtEl>
                                    <p:spTgt spid="1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62" dur="350" fill="hold">
                      <p:stCondLst>
                        <p:cond delay="1280"/>
                      </p:stCondLst>
                      <p:childTnLst>
                        <p:par>
                          <p:cTn id="46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64" dur="350" fill="hold"/>
                                  <p:tgtEl>
                                    <p:spTgt spid="2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65" dur="350" fill="hold">
                      <p:stCondLst>
                        <p:cond delay="136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67" dur="350" fill="hold"/>
                                  <p:tgtEl>
                                    <p:spTgt spid="2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68" dur="350" fill="hold">
                      <p:stCondLst>
                        <p:cond delay="1440"/>
                      </p:stCondLst>
                      <p:childTnLst>
                        <p:par>
                          <p:cTn id="46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70" dur="350" fill="hold"/>
                                  <p:tgtEl>
                                    <p:spTgt spid="2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71" dur="350" fill="hold">
                      <p:stCondLst>
                        <p:cond delay="152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73" dur="350" fill="hold"/>
                                  <p:tgtEl>
                                    <p:spTgt spid="2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74" dur="350" fill="hold">
                      <p:stCondLst>
                        <p:cond delay="1600"/>
                      </p:stCondLst>
                      <p:childTnLst>
                        <p:par>
                          <p:cTn id="47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76" dur="350" fill="hold"/>
                                  <p:tgtEl>
                                    <p:spTgt spid="2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77" dur="350" fill="hold">
                      <p:stCondLst>
                        <p:cond delay="1680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79" dur="350" fill="hold"/>
                                  <p:tgtEl>
                                    <p:spTgt spid="2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80" dur="350" fill="hold">
                      <p:stCondLst>
                        <p:cond delay="1760"/>
                      </p:stCondLst>
                      <p:childTnLst>
                        <p:par>
                          <p:cTn id="48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82" dur="350" fill="hold"/>
                                  <p:tgtEl>
                                    <p:spTgt spid="2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🎙️ 语音旁白 + MP4 视频导出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560320" cy="2926080"/>
          </a:xfrm>
          <a:prstGeom prst="round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0" y="1828800"/>
            <a:ext cx="1280160" cy="1280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/>
            </a:pPr>
            <a:r>
              <a:t>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演讲者备注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AI 为每页生成</a:t>
            </a:r>
            <a:br/>
            <a:r>
              <a:t>演讲要点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651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463040"/>
            <a:ext cx="2560320" cy="2926080"/>
          </a:xfrm>
          <a:prstGeom prst="round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0" y="1828800"/>
            <a:ext cx="1280160" cy="12801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/>
            </a:pPr>
            <a:r>
              <a:t>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AI 语音合成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3840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90+ 语言</a:t>
            </a:r>
            <a:br/>
            <a:r>
              <a:t>自然语音输出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651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463040"/>
            <a:ext cx="2560320" cy="2926080"/>
          </a:xfrm>
          <a:prstGeom prst="round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40880" y="18288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/>
            </a:pPr>
            <a:r>
              <a:t>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嵌入 PPTX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840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音频嵌入文件</a:t>
            </a:r>
            <a:br/>
            <a:r>
              <a:t>无需外部依赖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651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463040"/>
            <a:ext cx="2560320" cy="2926080"/>
          </a:xfrm>
          <a:prstGeom prst="round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75520" y="1828800"/>
            <a:ext cx="1280160" cy="1280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/>
            </a:pPr>
            <a:r>
              <a:t>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导出 MP4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3840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PowerPoint 一键</a:t>
            </a:r>
            <a:br/>
            <a:r>
              <a:t>导出视频文件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754880"/>
            <a:ext cx="10698480" cy="1645920"/>
          </a:xfrm>
          <a:prstGeom prst="round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Microsoft YaHei"/>
              </a:defRPr>
            </a:pPr>
            <a:r>
              <a:t>💡 动画 + 旁白的完美配合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Microsoft YaHei"/>
              </a:defRPr>
            </a:pPr>
            <a:r>
              <a:t>导出视频时，元素动画自动切换到 after-previous 模式（无需点击触发），</a:t>
            </a:r>
            <a:br/>
            <a:r>
              <a:t>配合 AI 语音旁白的节奏逐元素呈现——生成可直接上传到 B站/YouTube 的演示视频。</a:t>
            </a:r>
          </a:p>
        </p:txBody>
      </p:sp>
    </p:spTree>
  </p:cSld>
  <p:clrMapOvr>
    <a:masterClrMapping/>
  </p:clrMapOvr>
  <p:transition durm="400">
    <p:fade thruBlk="0"/>
  </p:transition>
  <p:timing>
    <p:tnLst>
      <p:par>
        <p:cTn id="483" dur="indefinite" restart="never" nodeType="tmRoot">
          <p:childTnLst>
            <p:seq concurrent="1" nextAc="seek">
              <p:cTn id="484" dur="indefinite" nodeType="mainSeq">
                <p:childTnLst>
                  <p:par>
                    <p:cTn id="485" dur="350" fill="hold">
                      <p:stCondLst>
                        <p:cond delay="0"/>
                      </p:stCondLst>
                      <p:childTnLst>
                        <p:par>
                          <p:cTn id="48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87" dur="350" fill="hold"/>
                                  <p:tgtEl>
                                    <p:spTgt spid="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88" dur="350" fill="hold">
                      <p:stCondLst>
                        <p:cond delay="80"/>
                      </p:stCondLst>
                      <p:childTnLst>
                        <p:par>
                          <p:cTn id="48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90" dur="350" fill="hold"/>
                                  <p:tgtEl>
                                    <p:spTgt spid="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91" dur="350" fill="hold">
                      <p:stCondLst>
                        <p:cond delay="160"/>
                      </p:stCondLst>
                      <p:childTnLst>
                        <p:par>
                          <p:cTn id="49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93" dur="350" fill="hold"/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94" dur="350" fill="hold">
                      <p:stCondLst>
                        <p:cond delay="240"/>
                      </p:stCondLst>
                      <p:childTnLst>
                        <p:par>
                          <p:cTn id="49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96" dur="350" fill="hold"/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97" dur="350" fill="hold">
                      <p:stCondLst>
                        <p:cond delay="320"/>
                      </p:stCondLst>
                      <p:childTnLst>
                        <p:par>
                          <p:cTn id="49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99" dur="350" fill="hold"/>
                                  <p:tgtEl>
                                    <p:spTgt spid="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00" dur="350" fill="hold">
                      <p:stCondLst>
                        <p:cond delay="400"/>
                      </p:stCondLst>
                      <p:childTnLst>
                        <p:par>
                          <p:cTn id="50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02" dur="350" fill="hold"/>
                                  <p:tgtEl>
                                    <p:spTgt spid="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03" dur="350" fill="hold">
                      <p:stCondLst>
                        <p:cond delay="480"/>
                      </p:stCondLst>
                      <p:childTnLst>
                        <p:par>
                          <p:cTn id="50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05" dur="350" fill="hold"/>
                                  <p:tgtEl>
                                    <p:spTgt spid="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06" dur="350" fill="hold">
                      <p:stCondLst>
                        <p:cond delay="560"/>
                      </p:stCondLst>
                      <p:childTnLst>
                        <p:par>
                          <p:cTn id="50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08" dur="350" fill="hold"/>
                                  <p:tgtEl>
                                    <p:spTgt spid="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09" dur="350" fill="hold">
                      <p:stCondLst>
                        <p:cond delay="640"/>
                      </p:stCondLst>
                      <p:childTnLst>
                        <p:par>
                          <p:cTn id="51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11" dur="350" fill="hold"/>
                                  <p:tgtEl>
                                    <p:spTgt spid="1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2" dur="350" fill="hold">
                      <p:stCondLst>
                        <p:cond delay="720"/>
                      </p:stCondLst>
                      <p:childTnLst>
                        <p:par>
                          <p:cTn id="51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14" dur="350" fill="hold"/>
                                  <p:tgtEl>
                                    <p:spTgt spid="1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5" dur="350" fill="hold">
                      <p:stCondLst>
                        <p:cond delay="800"/>
                      </p:stCondLst>
                      <p:childTnLst>
                        <p:par>
                          <p:cTn id="51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17" dur="350" fill="hold"/>
                                  <p:tgtEl>
                                    <p:spTgt spid="1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8" dur="350" fill="hold">
                      <p:stCondLst>
                        <p:cond delay="880"/>
                      </p:stCondLst>
                      <p:childTnLst>
                        <p:par>
                          <p:cTn id="51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20" dur="350" fill="hold"/>
                                  <p:tgtEl>
                                    <p:spTgt spid="1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21" dur="350" fill="hold">
                      <p:stCondLst>
                        <p:cond delay="960"/>
                      </p:stCondLst>
                      <p:childTnLst>
                        <p:par>
                          <p:cTn id="52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23" dur="350" fill="hold"/>
                                  <p:tgtEl>
                                    <p:spTgt spid="1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24" dur="350" fill="hold">
                      <p:stCondLst>
                        <p:cond delay="1040"/>
                      </p:stCondLst>
                      <p:childTnLst>
                        <p:par>
                          <p:cTn id="52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26" dur="350" fill="hold"/>
                                  <p:tgtEl>
                                    <p:spTgt spid="1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27" dur="350" fill="hold">
                      <p:stCondLst>
                        <p:cond delay="1120"/>
                      </p:stCondLst>
                      <p:childTnLst>
                        <p:par>
                          <p:cTn id="52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29" dur="350" fill="hold"/>
                                  <p:tgtEl>
                                    <p:spTgt spid="1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30" dur="350" fill="hold">
                      <p:stCondLst>
                        <p:cond delay="1200"/>
                      </p:stCondLst>
                      <p:childTnLst>
                        <p:par>
                          <p:cTn id="53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32" dur="350" fill="hold"/>
                                  <p:tgtEl>
                                    <p:spTgt spid="1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33" dur="350" fill="hold">
                      <p:stCondLst>
                        <p:cond delay="1280"/>
                      </p:stCondLst>
                      <p:childTnLst>
                        <p:par>
                          <p:cTn id="53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35" dur="350" fill="hold"/>
                                  <p:tgtEl>
                                    <p:spTgt spid="1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36" dur="350" fill="hold">
                      <p:stCondLst>
                        <p:cond delay="1360"/>
                      </p:stCondLst>
                      <p:childTnLst>
                        <p:par>
                          <p:cTn id="53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38" dur="350" fill="hold"/>
                                  <p:tgtEl>
                                    <p:spTgt spid="1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39" dur="350" fill="hold">
                      <p:stCondLst>
                        <p:cond delay="1440"/>
                      </p:stCondLst>
                      <p:childTnLst>
                        <p:par>
                          <p:cTn id="54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41" dur="350" fill="hold"/>
                                  <p:tgtEl>
                                    <p:spTgt spid="2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2" dur="350" fill="hold">
                      <p:stCondLst>
                        <p:cond delay="1520"/>
                      </p:stCondLst>
                      <p:childTnLst>
                        <p:par>
                          <p:cTn id="54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44" dur="350" fill="hold"/>
                                  <p:tgtEl>
                                    <p:spTgt spid="2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5" dur="350" fill="hold">
                      <p:stCondLst>
                        <p:cond delay="1600"/>
                      </p:stCondLst>
                      <p:childTnLst>
                        <p:par>
                          <p:cTn id="54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47" dur="350" fill="hold"/>
                                  <p:tgtEl>
                                    <p:spTgt spid="2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8" dur="350" fill="hold">
                      <p:stCondLst>
                        <p:cond delay="1680"/>
                      </p:stCondLst>
                      <p:childTnLst>
                        <p:par>
                          <p:cTn id="54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50" dur="350" fill="hold"/>
                                  <p:tgtEl>
                                    <p:spTgt spid="2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51" dur="350" fill="hold">
                      <p:stCondLst>
                        <p:cond delay="1760"/>
                      </p:stCondLst>
                      <p:childTnLst>
                        <p:par>
                          <p:cTn id="55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53" dur="350" fill="hold"/>
                                  <p:tgtEl>
                                    <p:spTgt spid="2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⚔️ PPT Master vs 截图流工具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2743200" cy="502920"/>
          </a:xfrm>
          <a:prstGeom prst="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173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CA3AF"/>
                </a:solidFill>
                <a:latin typeface="Microsoft YaHei"/>
              </a:defRPr>
            </a:pPr>
            <a:r>
              <a:t>对比维度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371600"/>
            <a:ext cx="4114800" cy="502920"/>
          </a:xfrm>
          <a:prstGeom prst="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0" y="1417320"/>
            <a:ext cx="3749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Microsoft YaHei"/>
              </a:defRPr>
            </a:pPr>
            <a:r>
              <a:t>❌ 截图流工具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371600"/>
            <a:ext cx="4114800" cy="502920"/>
          </a:xfrm>
          <a:prstGeom prst="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0" y="1417320"/>
            <a:ext cx="3749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✅ PPT Master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011680"/>
            <a:ext cx="2743200" cy="457200"/>
          </a:xfrm>
          <a:prstGeom prst="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08483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可编辑性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2011680"/>
            <a:ext cx="4114800" cy="457200"/>
          </a:xfrm>
          <a:prstGeom prst="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208483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Microsoft YaHei"/>
              </a:defRPr>
            </a:pPr>
            <a:r>
              <a:t>全是图片背景，改不了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2011680"/>
            <a:ext cx="4114800" cy="457200"/>
          </a:xfrm>
          <a:prstGeom prst="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208483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Microsoft YaHei"/>
              </a:defRPr>
            </a:pPr>
            <a:r>
              <a:t>每个元素独立可编辑 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2560320"/>
            <a:ext cx="2743200" cy="4572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63347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文本修改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2560320"/>
            <a:ext cx="4114800" cy="4572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0" y="263347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Microsoft YaHei"/>
              </a:defRPr>
            </a:pPr>
            <a:r>
              <a:t>需要删图重做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2560320"/>
            <a:ext cx="4114800" cy="4572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0" y="263347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Microsoft YaHei"/>
              </a:defRPr>
            </a:pPr>
            <a:r>
              <a:t>直接点击修改文字 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108960"/>
            <a:ext cx="2743200" cy="457200"/>
          </a:xfrm>
          <a:prstGeom prst="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18211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图表数据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3108960"/>
            <a:ext cx="4114800" cy="457200"/>
          </a:xfrm>
          <a:prstGeom prst="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0" y="318211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Microsoft YaHei"/>
              </a:defRPr>
            </a:pPr>
            <a:r>
              <a:t>无法修改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3108960"/>
            <a:ext cx="4114800" cy="457200"/>
          </a:xfrm>
          <a:prstGeom prst="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0" y="318211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Microsoft YaHei"/>
              </a:defRPr>
            </a:pPr>
            <a:r>
              <a:t>形状可调，颜色可改 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3657600"/>
            <a:ext cx="2743200" cy="4572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37307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动画效果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0" y="3657600"/>
            <a:ext cx="4114800" cy="4572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0" y="373075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Microsoft YaHei"/>
              </a:defRPr>
            </a:pPr>
            <a:r>
              <a:t>没有或固定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3657600"/>
            <a:ext cx="4114800" cy="4572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0" y="373075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Microsoft YaHei"/>
              </a:defRPr>
            </a:pPr>
            <a:r>
              <a:t>原生动画，自由编辑 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4206240"/>
            <a:ext cx="2743200" cy="457200"/>
          </a:xfrm>
          <a:prstGeom prst="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427939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文件大小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0" y="4206240"/>
            <a:ext cx="4114800" cy="457200"/>
          </a:xfrm>
          <a:prstGeom prst="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0" y="427939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Microsoft YaHei"/>
              </a:defRPr>
            </a:pPr>
            <a:r>
              <a:t>巨大（全是 PNG）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0" y="4206240"/>
            <a:ext cx="4114800" cy="457200"/>
          </a:xfrm>
          <a:prstGeom prst="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80" y="427939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Microsoft YaHei"/>
              </a:defRPr>
            </a:pPr>
            <a:r>
              <a:t>小（矢量图形） 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4754880"/>
            <a:ext cx="2743200" cy="4572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" y="482803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再编辑成本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0" y="4754880"/>
            <a:ext cx="4114800" cy="4572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40480" y="482803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Microsoft YaHei"/>
              </a:defRPr>
            </a:pPr>
            <a:r>
              <a:t>≈ 重做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0" y="4754880"/>
            <a:ext cx="4114800" cy="4572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55280" y="482803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Microsoft YaHei"/>
              </a:defRPr>
            </a:pPr>
            <a:r>
              <a:t>≈ 改几个字 ✅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" y="5303520"/>
            <a:ext cx="2743200" cy="457200"/>
          </a:xfrm>
          <a:prstGeom prst="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7280" y="537667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数据安全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0" y="5303520"/>
            <a:ext cx="4114800" cy="457200"/>
          </a:xfrm>
          <a:prstGeom prst="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0" y="537667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Microsoft YaHei"/>
              </a:defRPr>
            </a:pPr>
            <a:r>
              <a:t>上传云端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0" y="5303520"/>
            <a:ext cx="4114800" cy="457200"/>
          </a:xfrm>
          <a:prstGeom prst="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55280" y="537667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Microsoft YaHei"/>
              </a:defRPr>
            </a:pPr>
            <a:r>
              <a:t>100% 本地运行 ✅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结论：截图流 = 一次性的「样子货」  |  PPT Master = 持续可迭代的专业演示资产</a:t>
            </a:r>
          </a:p>
        </p:txBody>
      </p:sp>
    </p:spTree>
  </p:cSld>
  <p:clrMapOvr>
    <a:masterClrMapping/>
  </p:clrMapOvr>
  <p:transition durm="400">
    <p:fade thruBlk="0"/>
  </p:transition>
  <p:timing>
    <p:tnLst>
      <p:par>
        <p:cTn id="554" dur="indefinite" restart="never" nodeType="tmRoot">
          <p:childTnLst>
            <p:seq concurrent="1" nextAc="seek">
              <p:cTn id="555" dur="indefinite" nodeType="mainSeq">
                <p:childTnLst>
                  <p:par>
                    <p:cTn id="556" dur="350" fill="hold">
                      <p:stCondLst>
                        <p:cond delay="0"/>
                      </p:stCondLst>
                      <p:childTnLst>
                        <p:par>
                          <p:cTn id="55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58" dur="350" fill="hold"/>
                                  <p:tgtEl>
                                    <p:spTgt spid="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59" dur="350" fill="hold">
                      <p:stCondLst>
                        <p:cond delay="80"/>
                      </p:stCondLst>
                      <p:childTnLst>
                        <p:par>
                          <p:cTn id="56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61" dur="350" fill="hold"/>
                                  <p:tgtEl>
                                    <p:spTgt spid="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62" dur="350" fill="hold">
                      <p:stCondLst>
                        <p:cond delay="160"/>
                      </p:stCondLst>
                      <p:childTnLst>
                        <p:par>
                          <p:cTn id="56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64" dur="350" fill="hold"/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65" dur="350" fill="hold">
                      <p:stCondLst>
                        <p:cond delay="240"/>
                      </p:stCondLst>
                      <p:childTnLst>
                        <p:par>
                          <p:cTn id="56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67" dur="350" fill="hold"/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68" dur="350" fill="hold">
                      <p:stCondLst>
                        <p:cond delay="320"/>
                      </p:stCondLst>
                      <p:childTnLst>
                        <p:par>
                          <p:cTn id="56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70" dur="350" fill="hold"/>
                                  <p:tgtEl>
                                    <p:spTgt spid="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71" dur="350" fill="hold">
                      <p:stCondLst>
                        <p:cond delay="400"/>
                      </p:stCondLst>
                      <p:childTnLst>
                        <p:par>
                          <p:cTn id="57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73" dur="350" fill="hold"/>
                                  <p:tgtEl>
                                    <p:spTgt spid="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74" dur="350" fill="hold">
                      <p:stCondLst>
                        <p:cond delay="480"/>
                      </p:stCondLst>
                      <p:childTnLst>
                        <p:par>
                          <p:cTn id="57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76" dur="350" fill="hold"/>
                                  <p:tgtEl>
                                    <p:spTgt spid="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77" dur="350" fill="hold">
                      <p:stCondLst>
                        <p:cond delay="560"/>
                      </p:stCondLst>
                      <p:childTnLst>
                        <p:par>
                          <p:cTn id="57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79" dur="350" fill="hold"/>
                                  <p:tgtEl>
                                    <p:spTgt spid="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80" dur="350" fill="hold">
                      <p:stCondLst>
                        <p:cond delay="640"/>
                      </p:stCondLst>
                      <p:childTnLst>
                        <p:par>
                          <p:cTn id="58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82" dur="350" fill="hold"/>
                                  <p:tgtEl>
                                    <p:spTgt spid="1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83" dur="350" fill="hold">
                      <p:stCondLst>
                        <p:cond delay="720"/>
                      </p:stCondLst>
                      <p:childTnLst>
                        <p:par>
                          <p:cTn id="58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85" dur="350" fill="hold"/>
                                  <p:tgtEl>
                                    <p:spTgt spid="1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86" dur="350" fill="hold">
                      <p:stCondLst>
                        <p:cond delay="800"/>
                      </p:stCondLst>
                      <p:childTnLst>
                        <p:par>
                          <p:cTn id="58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88" dur="350" fill="hold"/>
                                  <p:tgtEl>
                                    <p:spTgt spid="1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89" dur="350" fill="hold">
                      <p:stCondLst>
                        <p:cond delay="880"/>
                      </p:stCondLst>
                      <p:childTnLst>
                        <p:par>
                          <p:cTn id="59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91" dur="350" fill="hold"/>
                                  <p:tgtEl>
                                    <p:spTgt spid="1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2" dur="350" fill="hold">
                      <p:stCondLst>
                        <p:cond delay="960"/>
                      </p:stCondLst>
                      <p:childTnLst>
                        <p:par>
                          <p:cTn id="59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94" dur="350" fill="hold"/>
                                  <p:tgtEl>
                                    <p:spTgt spid="1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5" dur="350" fill="hold">
                      <p:stCondLst>
                        <p:cond delay="1040"/>
                      </p:stCondLst>
                      <p:childTnLst>
                        <p:par>
                          <p:cTn id="59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97" dur="350" fill="hold"/>
                                  <p:tgtEl>
                                    <p:spTgt spid="1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8" dur="350" fill="hold">
                      <p:stCondLst>
                        <p:cond delay="1120"/>
                      </p:stCondLst>
                      <p:childTnLst>
                        <p:par>
                          <p:cTn id="59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00" dur="350" fill="hold"/>
                                  <p:tgtEl>
                                    <p:spTgt spid="1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1" dur="350" fill="hold">
                      <p:stCondLst>
                        <p:cond delay="1200"/>
                      </p:stCondLst>
                      <p:childTnLst>
                        <p:par>
                          <p:cTn id="60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03" dur="350" fill="hold"/>
                                  <p:tgtEl>
                                    <p:spTgt spid="1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4" dur="350" fill="hold">
                      <p:stCondLst>
                        <p:cond delay="1280"/>
                      </p:stCondLst>
                      <p:childTnLst>
                        <p:par>
                          <p:cTn id="60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06" dur="350" fill="hold"/>
                                  <p:tgtEl>
                                    <p:spTgt spid="1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7" dur="350" fill="hold">
                      <p:stCondLst>
                        <p:cond delay="1360"/>
                      </p:stCondLst>
                      <p:childTnLst>
                        <p:par>
                          <p:cTn id="60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09" dur="350" fill="hold"/>
                                  <p:tgtEl>
                                    <p:spTgt spid="1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10" dur="350" fill="hold">
                      <p:stCondLst>
                        <p:cond delay="1440"/>
                      </p:stCondLst>
                      <p:childTnLst>
                        <p:par>
                          <p:cTn id="61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12" dur="350" fill="hold"/>
                                  <p:tgtEl>
                                    <p:spTgt spid="2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13" dur="350" fill="hold">
                      <p:stCondLst>
                        <p:cond delay="1520"/>
                      </p:stCondLst>
                      <p:childTnLst>
                        <p:par>
                          <p:cTn id="61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15" dur="350" fill="hold"/>
                                  <p:tgtEl>
                                    <p:spTgt spid="2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16" dur="350" fill="hold">
                      <p:stCondLst>
                        <p:cond delay="1600"/>
                      </p:stCondLst>
                      <p:childTnLst>
                        <p:par>
                          <p:cTn id="61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18" dur="350" fill="hold"/>
                                  <p:tgtEl>
                                    <p:spTgt spid="2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19" dur="350" fill="hold">
                      <p:stCondLst>
                        <p:cond delay="1680"/>
                      </p:stCondLst>
                      <p:childTnLst>
                        <p:par>
                          <p:cTn id="62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21" dur="350" fill="hold"/>
                                  <p:tgtEl>
                                    <p:spTgt spid="2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22" dur="350" fill="hold">
                      <p:stCondLst>
                        <p:cond delay="1760"/>
                      </p:stCondLst>
                      <p:childTnLst>
                        <p:par>
                          <p:cTn id="62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24" dur="350" fill="hold"/>
                                  <p:tgtEl>
                                    <p:spTgt spid="2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25" dur="350" fill="hold">
                      <p:stCondLst>
                        <p:cond delay="1840"/>
                      </p:stCondLst>
                      <p:childTnLst>
                        <p:par>
                          <p:cTn id="62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27" dur="350" fill="hold"/>
                                  <p:tgtEl>
                                    <p:spTgt spid="2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28" dur="350" fill="hold">
                      <p:stCondLst>
                        <p:cond delay="1920"/>
                      </p:stCondLst>
                      <p:childTnLst>
                        <p:par>
                          <p:cTn id="62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30" dur="350" fill="hold"/>
                                  <p:tgtEl>
                                    <p:spTgt spid="2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1" dur="350" fill="hold">
                      <p:stCondLst>
                        <p:cond delay="2000"/>
                      </p:stCondLst>
                      <p:childTnLst>
                        <p:par>
                          <p:cTn id="63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33" dur="350" fill="hold"/>
                                  <p:tgtEl>
                                    <p:spTgt spid="2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4" dur="350" fill="hold">
                      <p:stCondLst>
                        <p:cond delay="2080"/>
                      </p:stCondLst>
                      <p:childTnLst>
                        <p:par>
                          <p:cTn id="63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36" dur="350" fill="hold"/>
                                  <p:tgtEl>
                                    <p:spTgt spid="2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7" dur="350" fill="hold">
                      <p:stCondLst>
                        <p:cond delay="2160"/>
                      </p:stCondLst>
                      <p:childTnLst>
                        <p:par>
                          <p:cTn id="63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39" dur="350" fill="hold"/>
                                  <p:tgtEl>
                                    <p:spTgt spid="2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40" dur="350" fill="hold">
                      <p:stCondLst>
                        <p:cond delay="2240"/>
                      </p:stCondLst>
                      <p:childTnLst>
                        <p:par>
                          <p:cTn id="64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42" dur="350" fill="hold"/>
                                  <p:tgtEl>
                                    <p:spTgt spid="3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43" dur="350" fill="hold">
                      <p:stCondLst>
                        <p:cond delay="2320"/>
                      </p:stCondLst>
                      <p:childTnLst>
                        <p:par>
                          <p:cTn id="64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45" dur="350" fill="hold"/>
                                  <p:tgtEl>
                                    <p:spTgt spid="3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46" dur="350" fill="hold">
                      <p:stCondLst>
                        <p:cond delay="2400"/>
                      </p:stCondLst>
                      <p:childTnLst>
                        <p:par>
                          <p:cTn id="64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48" dur="350" fill="hold"/>
                                  <p:tgtEl>
                                    <p:spTgt spid="3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49" dur="350" fill="hold">
                      <p:stCondLst>
                        <p:cond delay="2480"/>
                      </p:stCondLst>
                      <p:childTnLst>
                        <p:par>
                          <p:cTn id="65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51" dur="350" fill="hold"/>
                                  <p:tgtEl>
                                    <p:spTgt spid="3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52" dur="350" fill="hold">
                      <p:stCondLst>
                        <p:cond delay="2560"/>
                      </p:stCondLst>
                      <p:childTnLst>
                        <p:par>
                          <p:cTn id="65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54" dur="350" fill="hold"/>
                                  <p:tgtEl>
                                    <p:spTgt spid="3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55" dur="350" fill="hold">
                      <p:stCondLst>
                        <p:cond delay="2640"/>
                      </p:stCondLst>
                      <p:childTnLst>
                        <p:par>
                          <p:cTn id="65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57" dur="350" fill="hold"/>
                                  <p:tgtEl>
                                    <p:spTgt spid="3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58" dur="350" fill="hold">
                      <p:stCondLst>
                        <p:cond delay="2720"/>
                      </p:stCondLst>
                      <p:childTnLst>
                        <p:par>
                          <p:cTn id="65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60" dur="350" fill="hold"/>
                                  <p:tgtEl>
                                    <p:spTgt spid="3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61" dur="350" fill="hold">
                      <p:stCondLst>
                        <p:cond delay="2800"/>
                      </p:stCondLst>
                      <p:childTnLst>
                        <p:par>
                          <p:cTn id="66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63" dur="350" fill="hold"/>
                                  <p:tgtEl>
                                    <p:spTgt spid="3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64" dur="350" fill="hold">
                      <p:stCondLst>
                        <p:cond delay="2880"/>
                      </p:stCondLst>
                      <p:childTnLst>
                        <p:par>
                          <p:cTn id="66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66" dur="350" fill="hold"/>
                                  <p:tgtEl>
                                    <p:spTgt spid="3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67" dur="350" fill="hold">
                      <p:stCondLst>
                        <p:cond delay="2960"/>
                      </p:stCondLst>
                      <p:childTnLst>
                        <p:par>
                          <p:cTn id="66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69" dur="350" fill="hold"/>
                                  <p:tgtEl>
                                    <p:spTgt spid="3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70" dur="350" fill="hold">
                      <p:stCondLst>
                        <p:cond delay="3040"/>
                      </p:stCondLst>
                      <p:childTnLst>
                        <p:par>
                          <p:cTn id="67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72" dur="350" fill="hold"/>
                                  <p:tgtEl>
                                    <p:spTgt spid="4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73" dur="350" fill="hold">
                      <p:stCondLst>
                        <p:cond delay="3120"/>
                      </p:stCondLst>
                      <p:childTnLst>
                        <p:par>
                          <p:cTn id="67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75" dur="350" fill="hold"/>
                                  <p:tgtEl>
                                    <p:spTgt spid="4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76" dur="350" fill="hold">
                      <p:stCondLst>
                        <p:cond delay="3200"/>
                      </p:stCondLst>
                      <p:childTnLst>
                        <p:par>
                          <p:cTn id="67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78" dur="350" fill="hold"/>
                                  <p:tgtEl>
                                    <p:spTgt spid="4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79" dur="350" fill="hold">
                      <p:stCondLst>
                        <p:cond delay="3280"/>
                      </p:stCondLst>
                      <p:childTnLst>
                        <p:par>
                          <p:cTn id="68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81" dur="350" fill="hold"/>
                                  <p:tgtEl>
                                    <p:spTgt spid="4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82" dur="350" fill="hold">
                      <p:stCondLst>
                        <p:cond delay="3360"/>
                      </p:stCondLst>
                      <p:childTnLst>
                        <p:par>
                          <p:cTn id="68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84" dur="350" fill="hold"/>
                                  <p:tgtEl>
                                    <p:spTgt spid="4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85" dur="350" fill="hold">
                      <p:stCondLst>
                        <p:cond delay="3440"/>
                      </p:stCondLst>
                      <p:childTnLst>
                        <p:par>
                          <p:cTn id="68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87" dur="350" fill="hold"/>
                                  <p:tgtEl>
                                    <p:spTgt spid="4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88" dur="350" fill="hold">
                      <p:stCondLst>
                        <p:cond delay="3520"/>
                      </p:stCondLst>
                      <p:childTnLst>
                        <p:par>
                          <p:cTn id="68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90" dur="350" fill="hold"/>
                                  <p:tgtEl>
                                    <p:spTgt spid="4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91" dur="350" fill="hold">
                      <p:stCondLst>
                        <p:cond delay="3600"/>
                      </p:stCondLst>
                      <p:childTnLst>
                        <p:par>
                          <p:cTn id="69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93" dur="350" fill="hold"/>
                                  <p:tgtEl>
                                    <p:spTgt spid="4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94" dur="350" fill="hold">
                      <p:stCondLst>
                        <p:cond delay="3680"/>
                      </p:stCondLst>
                      <p:childTnLst>
                        <p:par>
                          <p:cTn id="69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96" dur="350" fill="hold"/>
                                  <p:tgtEl>
                                    <p:spTgt spid="4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97" dur="350" fill="hold">
                      <p:stCondLst>
                        <p:cond delay="3760"/>
                      </p:stCondLst>
                      <p:childTnLst>
                        <p:par>
                          <p:cTn id="69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99" dur="350" fill="hold"/>
                                  <p:tgtEl>
                                    <p:spTgt spid="4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00" dur="350" fill="hold">
                      <p:stCondLst>
                        <p:cond delay="3840"/>
                      </p:stCondLst>
                      <p:childTnLst>
                        <p:par>
                          <p:cTn id="70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02" dur="350" fill="hold"/>
                                  <p:tgtEl>
                                    <p:spTgt spid="5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03" dur="350" fill="hold">
                      <p:stCondLst>
                        <p:cond delay="3920"/>
                      </p:stCondLst>
                      <p:childTnLst>
                        <p:par>
                          <p:cTn id="70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05" dur="350" fill="hold"/>
                                  <p:tgtEl>
                                    <p:spTgt spid="5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06" dur="400" fill="hold">
                      <p:stCondLst>
                        <p:cond delay="4000"/>
                      </p:stCondLst>
                      <p:childTnLst>
                        <p:par>
                          <p:cTn id="707" fill="hold">
                            <p:stCondLst>
                              <p:cond delay="0"/>
                            </p:stCondLst>
                            <p:childTnLst>
                              <p:animEffect transition="in" filter="fly" dir="fromBottom">
                                <p:cBhvr>
                                  <p:cTn id="708" dur="400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09" dur="400" fill="hold">
                      <p:stCondLst>
                        <p:cond delay="4060"/>
                      </p:stCondLst>
                      <p:childTnLst>
                        <p:par>
                          <p:cTn id="710" fill="hold">
                            <p:stCondLst>
                              <p:cond delay="0"/>
                            </p:stCondLst>
                            <p:childTnLst>
                              <p:animEffect transition="in" filter="fly" dir="fromBottom">
                                <p:cBhvr>
                                  <p:cTn id="711" dur="400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12" dur="400" fill="hold">
                      <p:stCondLst>
                        <p:cond delay="4120"/>
                      </p:stCondLst>
                      <p:childTnLst>
                        <p:par>
                          <p:cTn id="713" fill="hold">
                            <p:stCondLst>
                              <p:cond delay="0"/>
                            </p:stCondLst>
                            <p:childTnLst>
                              <p:animEffect transition="in" filter="fly" dir="fromBottom">
                                <p:cBhvr>
                                  <p:cTn id="714" dur="400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15" dur="400" fill="hold">
                      <p:stCondLst>
                        <p:cond delay="4180"/>
                      </p:stCondLst>
                      <p:childTnLst>
                        <p:par>
                          <p:cTn id="716" fill="hold">
                            <p:stCondLst>
                              <p:cond delay="0"/>
                            </p:stCondLst>
                            <p:childTnLst>
                              <p:animEffect transition="in" filter="fly" dir="fromBottom">
                                <p:cBhvr>
                                  <p:cTn id="717" dur="400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18" dur="400" fill="hold">
                      <p:stCondLst>
                        <p:cond delay="4240"/>
                      </p:stCondLst>
                      <p:childTnLst>
                        <p:par>
                          <p:cTn id="719" fill="hold">
                            <p:stCondLst>
                              <p:cond delay="0"/>
                            </p:stCondLst>
                            <p:childTnLst>
                              <p:animEffect transition="in" filter="fly" dir="fromBottom">
                                <p:cBhvr>
                                  <p:cTn id="720" dur="400" fill="hold"/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21" dur="400" fill="hold">
                      <p:stCondLst>
                        <p:cond delay="4300"/>
                      </p:stCondLst>
                      <p:childTnLst>
                        <p:par>
                          <p:cTn id="722" fill="hold">
                            <p:stCondLst>
                              <p:cond delay="0"/>
                            </p:stCondLst>
                            <p:childTnLst>
                              <p:animEffect transition="in" filter="fly" dir="fromBottom">
                                <p:cBhvr>
                                  <p:cTn id="723" dur="400" fill="hold"/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24" dur="400" fill="hold">
                      <p:stCondLst>
                        <p:cond delay="4360"/>
                      </p:stCondLst>
                      <p:childTnLst>
                        <p:par>
                          <p:cTn id="725" fill="hold">
                            <p:stCondLst>
                              <p:cond delay="0"/>
                            </p:stCondLst>
                            <p:childTnLst>
                              <p:animEffect transition="in" filter="fly" dir="fromBottom">
                                <p:cBhvr>
                                  <p:cTn id="726" dur="400" fill="hold"/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27" dur="400" fill="hold">
                      <p:stCondLst>
                        <p:cond delay="4420"/>
                      </p:stCondLst>
                      <p:childTnLst>
                        <p:par>
                          <p:cTn id="728" fill="hold">
                            <p:stCondLst>
                              <p:cond delay="0"/>
                            </p:stCondLst>
                            <p:childTnLst>
                              <p:animEffect transition="in" filter="fly" dir="fromBottom">
                                <p:cBhvr>
                                  <p:cTn id="729" dur="400" fill="hold"/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30" dur="400" fill="hold">
                      <p:stCondLst>
                        <p:cond delay="4480"/>
                      </p:stCondLst>
                      <p:childTnLst>
                        <p:par>
                          <p:cTn id="731" fill="hold">
                            <p:stCondLst>
                              <p:cond delay="0"/>
                            </p:stCondLst>
                            <p:childTnLst>
                              <p:animEffect transition="in" filter="fly" dir="fromBottom">
                                <p:cBhvr>
                                  <p:cTn id="732" dur="400" fill="hold"/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33" dur="400" fill="hold">
                      <p:stCondLst>
                        <p:cond delay="4540"/>
                      </p:stCondLst>
                      <p:childTnLst>
                        <p:par>
                          <p:cTn id="734" fill="hold">
                            <p:stCondLst>
                              <p:cond delay="0"/>
                            </p:stCondLst>
                            <p:childTnLst>
                              <p:animEffect transition="in" filter="fly" dir="fromBottom">
                                <p:cBhvr>
                                  <p:cTn id="735" dur="400" fill="hold"/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36" dur="400" fill="hold">
                      <p:stCondLst>
                        <p:cond delay="4600"/>
                      </p:stCondLst>
                      <p:childTnLst>
                        <p:par>
                          <p:cTn id="737" fill="hold">
                            <p:stCondLst>
                              <p:cond delay="0"/>
                            </p:stCondLst>
                            <p:childTnLst>
                              <p:animEffect transition="in" filter="fly" dir="fromBottom">
                                <p:cBhvr>
                                  <p:cTn id="738" dur="400" fill="hold"/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39" dur="400" fill="hold">
                      <p:stCondLst>
                        <p:cond delay="4660"/>
                      </p:stCondLst>
                      <p:childTnLst>
                        <p:par>
                          <p:cTn id="740" fill="hold">
                            <p:stCondLst>
                              <p:cond delay="0"/>
                            </p:stCondLst>
                            <p:childTnLst>
                              <p:animEffect transition="in" filter="fly" dir="fromBottom">
                                <p:cBhvr>
                                  <p:cTn id="741" dur="400" fill="hold"/>
                                  <p:tgtEl>
                                    <p:spTgt spid="4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42" dur="400" fill="hold">
                      <p:stCondLst>
                        <p:cond delay="4720"/>
                      </p:stCondLst>
                      <p:childTnLst>
                        <p:par>
                          <p:cTn id="743" fill="hold">
                            <p:stCondLst>
                              <p:cond delay="0"/>
                            </p:stCondLst>
                            <p:childTnLst>
                              <p:animEffect transition="in" filter="fly" dir="fromBottom">
                                <p:cBhvr>
                                  <p:cTn id="744" dur="400" fill="hold"/>
                                  <p:tgtEl>
                                    <p:spTgt spid="5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🚀 安装与使用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Microsoft YaHei"/>
              </a:defRPr>
            </a:pPr>
            <a:r>
              <a:t>安装方式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029200" cy="1097280"/>
          </a:xfrm>
          <a:prstGeom prst="round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73152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011680"/>
            <a:ext cx="109728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Claude Code 插件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1D5DB"/>
                </a:solidFill>
                <a:latin typeface="Microsoft YaHei"/>
              </a:defRPr>
            </a:pPr>
            <a:r>
              <a:t>/plugin marketplace add hugohe3/ppt-master</a:t>
            </a:r>
            <a:br/>
            <a:r>
              <a:t>/plugin install ppt-master@ppt-master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5029200" cy="1097280"/>
          </a:xfrm>
          <a:prstGeom prst="round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291840"/>
            <a:ext cx="73152" cy="1097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7280" y="3383280"/>
            <a:ext cx="109728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跨 Agent CLI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94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1D5DB"/>
                </a:solidFill>
                <a:latin typeface="Microsoft YaHei"/>
              </a:defRPr>
            </a:pPr>
            <a:r>
              <a:t>npx skills add hugohe3/ppt-master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5029200" cy="1097280"/>
          </a:xfrm>
          <a:prstGeom prst="round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663440"/>
            <a:ext cx="73152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4754880"/>
            <a:ext cx="109728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Python 依赖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1663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1D5DB"/>
                </a:solidFill>
                <a:latin typeface="Microsoft YaHei"/>
              </a:defRPr>
            </a:pPr>
            <a:r>
              <a:t>pip install -r requirements.txt</a:t>
            </a:r>
            <a:br/>
            <a:r>
              <a:t># Python 3.10+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Microsoft YaHei"/>
              </a:defRPr>
            </a:pPr>
            <a:r>
              <a:t>常见用法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1920240"/>
            <a:ext cx="5029200" cy="868680"/>
          </a:xfrm>
          <a:prstGeom prst="round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01168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Microsoft YaHei"/>
              </a:defRPr>
            </a:pPr>
            <a:r>
              <a:t>帮我把这份 PDF 做成 PPT</a:t>
            </a:r>
            <a:br/>
            <a:r>
              <a:t>→ 麦肯锡风，10 页以内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2971800"/>
            <a:ext cx="5029200" cy="868680"/>
          </a:xfrm>
          <a:prstGeom prst="round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306324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Microsoft YaHei"/>
              </a:defRPr>
            </a:pPr>
            <a:r>
              <a:t>把这篇 Markdown 转成</a:t>
            </a:r>
            <a:br/>
            <a:r>
              <a:t>→ 学术答辩风格的幻灯片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4023360"/>
            <a:ext cx="5029200" cy="868680"/>
          </a:xfrm>
          <a:prstGeom prst="round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411480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Microsoft YaHei"/>
              </a:defRPr>
            </a:pPr>
            <a:r>
              <a:t>用这个 Word 生成投资人 Pitch</a:t>
            </a:r>
            <a:br/>
            <a:r>
              <a:t>→ 16:9，带动画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5074920"/>
            <a:ext cx="5029200" cy="868680"/>
          </a:xfrm>
          <a:prstGeom prst="round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516636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Microsoft YaHei"/>
              </a:defRPr>
            </a:pPr>
            <a:r>
              <a:t>给这份 PPT 加上演讲旁白</a:t>
            </a:r>
            <a:br/>
            <a:r>
              <a:t>→ 导出 MP4 视频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⚡ 性能参考：5 页 ~5-10 分钟  |  10 页 ~10-20 分钟  |  20+ 页建议分批生成  |  推荐 Claude Opus</a:t>
            </a:r>
          </a:p>
        </p:txBody>
      </p:sp>
    </p:spTree>
  </p:cSld>
  <p:clrMapOvr>
    <a:masterClrMapping/>
  </p:clrMapOvr>
  <p:transition durm="400">
    <p:fade thruBlk="0"/>
  </p:transition>
  <p:timing>
    <p:tnLst>
      <p:par>
        <p:cTn id="745" dur="indefinite" restart="never" nodeType="tmRoot">
          <p:childTnLst>
            <p:seq concurrent="1" nextAc="seek">
              <p:cTn id="746" dur="indefinite" nodeType="mainSeq">
                <p:childTnLst>
                  <p:par>
                    <p:cTn id="747" dur="350" fill="hold">
                      <p:stCondLst>
                        <p:cond delay="0"/>
                      </p:stCondLst>
                      <p:childTnLst>
                        <p:par>
                          <p:cTn id="74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49" dur="350" fill="hold"/>
                                  <p:tgtEl>
                                    <p:spTgt spid="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50" dur="350" fill="hold">
                      <p:stCondLst>
                        <p:cond delay="80"/>
                      </p:stCondLst>
                      <p:childTnLst>
                        <p:par>
                          <p:cTn id="75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52" dur="350" fill="hold"/>
                                  <p:tgtEl>
                                    <p:spTgt spid="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53" dur="350" fill="hold">
                      <p:stCondLst>
                        <p:cond delay="160"/>
                      </p:stCondLst>
                      <p:childTnLst>
                        <p:par>
                          <p:cTn id="75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55" dur="350" fill="hold"/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56" dur="350" fill="hold">
                      <p:stCondLst>
                        <p:cond delay="240"/>
                      </p:stCondLst>
                      <p:childTnLst>
                        <p:par>
                          <p:cTn id="75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58" dur="350" fill="hold"/>
                                  <p:tgtEl>
                                    <p:spTgt spid="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59" dur="350" fill="hold">
                      <p:stCondLst>
                        <p:cond delay="320"/>
                      </p:stCondLst>
                      <p:childTnLst>
                        <p:par>
                          <p:cTn id="76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61" dur="350" fill="hold"/>
                                  <p:tgtEl>
                                    <p:spTgt spid="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62" dur="350" fill="hold">
                      <p:stCondLst>
                        <p:cond delay="400"/>
                      </p:stCondLst>
                      <p:childTnLst>
                        <p:par>
                          <p:cTn id="76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64" dur="350" fill="hold"/>
                                  <p:tgtEl>
                                    <p:spTgt spid="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65" dur="350" fill="hold">
                      <p:stCondLst>
                        <p:cond delay="480"/>
                      </p:stCondLst>
                      <p:childTnLst>
                        <p:par>
                          <p:cTn id="76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67" dur="350" fill="hold"/>
                                  <p:tgtEl>
                                    <p:spTgt spid="1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68" dur="350" fill="hold">
                      <p:stCondLst>
                        <p:cond delay="560"/>
                      </p:stCondLst>
                      <p:childTnLst>
                        <p:par>
                          <p:cTn id="76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70" dur="350" fill="hold"/>
                                  <p:tgtEl>
                                    <p:spTgt spid="1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71" dur="350" fill="hold">
                      <p:stCondLst>
                        <p:cond delay="640"/>
                      </p:stCondLst>
                      <p:childTnLst>
                        <p:par>
                          <p:cTn id="77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73" dur="350" fill="hold"/>
                                  <p:tgtEl>
                                    <p:spTgt spid="1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74" dur="350" fill="hold">
                      <p:stCondLst>
                        <p:cond delay="720"/>
                      </p:stCondLst>
                      <p:childTnLst>
                        <p:par>
                          <p:cTn id="77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76" dur="350" fill="hold"/>
                                  <p:tgtEl>
                                    <p:spTgt spid="1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77" dur="350" fill="hold">
                      <p:stCondLst>
                        <p:cond delay="800"/>
                      </p:stCondLst>
                      <p:childTnLst>
                        <p:par>
                          <p:cTn id="77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79" dur="350" fill="hold"/>
                                  <p:tgtEl>
                                    <p:spTgt spid="1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80" dur="350" fill="hold">
                      <p:stCondLst>
                        <p:cond delay="880"/>
                      </p:stCondLst>
                      <p:childTnLst>
                        <p:par>
                          <p:cTn id="78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82" dur="350" fill="hold"/>
                                  <p:tgtEl>
                                    <p:spTgt spid="1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83" dur="350" fill="hold">
                      <p:stCondLst>
                        <p:cond delay="960"/>
                      </p:stCondLst>
                      <p:childTnLst>
                        <p:par>
                          <p:cTn id="78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85" dur="350" fill="hold"/>
                                  <p:tgtEl>
                                    <p:spTgt spid="1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86" dur="350" fill="hold">
                      <p:stCondLst>
                        <p:cond delay="1040"/>
                      </p:stCondLst>
                      <p:childTnLst>
                        <p:par>
                          <p:cTn id="78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88" dur="350" fill="hold"/>
                                  <p:tgtEl>
                                    <p:spTgt spid="1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89" dur="350" fill="hold">
                      <p:stCondLst>
                        <p:cond delay="1120"/>
                      </p:stCondLst>
                      <p:childTnLst>
                        <p:par>
                          <p:cTn id="79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91" dur="350" fill="hold"/>
                                  <p:tgtEl>
                                    <p:spTgt spid="1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92" dur="350" fill="hold">
                      <p:stCondLst>
                        <p:cond delay="1200"/>
                      </p:stCondLst>
                      <p:childTnLst>
                        <p:par>
                          <p:cTn id="79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94" dur="350" fill="hold"/>
                                  <p:tgtEl>
                                    <p:spTgt spid="2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95" dur="350" fill="hold">
                      <p:stCondLst>
                        <p:cond delay="1280"/>
                      </p:stCondLst>
                      <p:childTnLst>
                        <p:par>
                          <p:cTn id="79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97" dur="350" fill="hold"/>
                                  <p:tgtEl>
                                    <p:spTgt spid="2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98" dur="350" fill="hold">
                      <p:stCondLst>
                        <p:cond delay="1360"/>
                      </p:stCondLst>
                      <p:childTnLst>
                        <p:par>
                          <p:cTn id="79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00" dur="350" fill="hold"/>
                                  <p:tgtEl>
                                    <p:spTgt spid="2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01" dur="350" fill="hold">
                      <p:stCondLst>
                        <p:cond delay="1440"/>
                      </p:stCondLst>
                      <p:childTnLst>
                        <p:par>
                          <p:cTn id="80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03" dur="350" fill="hold"/>
                                  <p:tgtEl>
                                    <p:spTgt spid="2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04" dur="350" fill="hold">
                      <p:stCondLst>
                        <p:cond delay="1520"/>
                      </p:stCondLst>
                      <p:childTnLst>
                        <p:par>
                          <p:cTn id="80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06" dur="350" fill="hold"/>
                                  <p:tgtEl>
                                    <p:spTgt spid="2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07" dur="350" fill="hold">
                      <p:stCondLst>
                        <p:cond delay="1600"/>
                      </p:stCondLst>
                      <p:childTnLst>
                        <p:par>
                          <p:cTn id="80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09" dur="350" fill="hold"/>
                                  <p:tgtEl>
                                    <p:spTgt spid="2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🤝 最佳搭配 —— Dog-Skills 生态系统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822960"/>
          </a:xfrm>
          <a:prstGeom prst="round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3152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Microsoft YaHei"/>
              </a:defRPr>
            </a:pPr>
            <a:r>
              <a:t>humanize-ppt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81328"/>
            <a:ext cx="109728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演讲结构设计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444752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先用 humanize-ppt 做 AST 大纲 + 演讲体检，</a:t>
            </a:r>
            <a:br/>
            <a:r>
              <a:t>确保叙事逻辑站得住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0698480" cy="822960"/>
          </a:xfrm>
          <a:prstGeom prst="round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377440"/>
            <a:ext cx="73152" cy="8229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Microsoft YaHei"/>
              </a:defRPr>
            </a:pPr>
            <a:r>
              <a:t>ppt-master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487168"/>
            <a:ext cx="109728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渲染输出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450592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再用 ppt-master 渲染成可编辑 .pptx，</a:t>
            </a:r>
            <a:br/>
            <a:r>
              <a:t>加动画、旁白、导出视频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83280"/>
            <a:ext cx="10698480" cy="822960"/>
          </a:xfrm>
          <a:prstGeom prst="round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383280"/>
            <a:ext cx="73152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474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baoyu-skills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3493008"/>
            <a:ext cx="109728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配图生成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456432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需要自定义插图时，用 baoyu-image-gen</a:t>
            </a:r>
            <a:br/>
            <a:r>
              <a:t>生成高质量图片嵌入 PPT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89120"/>
            <a:ext cx="10698480" cy="822960"/>
          </a:xfrm>
          <a:prstGeom prst="round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389120"/>
            <a:ext cx="73152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480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Microsoft YaHei"/>
              </a:defRPr>
            </a:pPr>
            <a:r>
              <a:t>markitdown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4498848"/>
            <a:ext cx="109728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文档预处理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462272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先把 PDF/Word 转成干净 Markdown，</a:t>
            </a:r>
            <a:br/>
            <a:r>
              <a:t>喂给 ppt-master 效果更好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394960"/>
            <a:ext cx="10698480" cy="822960"/>
          </a:xfrm>
          <a:prstGeom prst="roundRect">
            <a:avLst/>
          </a:prstGeom>
          <a:solidFill>
            <a:srgbClr val="15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5394960"/>
            <a:ext cx="73152" cy="8229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486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C4899"/>
                </a:solidFill>
                <a:latin typeface="Microsoft YaHei"/>
              </a:defRPr>
            </a:pPr>
            <a:r>
              <a:t>theme-factory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0" y="5504688"/>
            <a:ext cx="1097280" cy="32004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品牌配色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5468112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用主题工厂生成品牌配色方案，</a:t>
            </a:r>
            <a:br/>
            <a:r>
              <a:t>作为自定义模板的色彩参考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Microsoft YaHei"/>
              </a:defRPr>
            </a:pPr>
            <a:r>
              <a:t>推荐流水线:  markitdown → humanize-ppt → ppt-master → baoyu-skills（配图） → MP4 发布</a:t>
            </a:r>
          </a:p>
        </p:txBody>
      </p:sp>
    </p:spTree>
  </p:cSld>
  <p:clrMapOvr>
    <a:masterClrMapping/>
  </p:clrMapOvr>
  <p:transition durm="400">
    <p:fade thruBlk="0"/>
  </p:transition>
  <p:timing>
    <p:tnLst>
      <p:par>
        <p:cTn id="810" dur="indefinite" restart="never" nodeType="tmRoot">
          <p:childTnLst>
            <p:seq concurrent="1" nextAc="seek">
              <p:cTn id="811" dur="indefinite" nodeType="mainSeq">
                <p:childTnLst>
                  <p:par>
                    <p:cTn id="812" dur="350" fill="hold">
                      <p:stCondLst>
                        <p:cond delay="0"/>
                      </p:stCondLst>
                      <p:childTnLst>
                        <p:par>
                          <p:cTn id="81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14" dur="350" fill="hold"/>
                                  <p:tgtEl>
                                    <p:spTgt spid="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15" dur="350" fill="hold">
                      <p:stCondLst>
                        <p:cond delay="80"/>
                      </p:stCondLst>
                      <p:childTnLst>
                        <p:par>
                          <p:cTn id="81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17" dur="350" fill="hold"/>
                                  <p:tgtEl>
                                    <p:spTgt spid="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18" dur="350" fill="hold">
                      <p:stCondLst>
                        <p:cond delay="160"/>
                      </p:stCondLst>
                      <p:childTnLst>
                        <p:par>
                          <p:cTn id="81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20" dur="350" fill="hold"/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21" dur="350" fill="hold">
                      <p:stCondLst>
                        <p:cond delay="240"/>
                      </p:stCondLst>
                      <p:childTnLst>
                        <p:par>
                          <p:cTn id="82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23" dur="350" fill="hold"/>
                                  <p:tgtEl>
                                    <p:spTgt spid="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24" dur="350" fill="hold">
                      <p:stCondLst>
                        <p:cond delay="320"/>
                      </p:stCondLst>
                      <p:childTnLst>
                        <p:par>
                          <p:cTn id="82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26" dur="350" fill="hold"/>
                                  <p:tgtEl>
                                    <p:spTgt spid="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27" dur="350" fill="hold">
                      <p:stCondLst>
                        <p:cond delay="400"/>
                      </p:stCondLst>
                      <p:childTnLst>
                        <p:par>
                          <p:cTn id="82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29" dur="350" fill="hold"/>
                                  <p:tgtEl>
                                    <p:spTgt spid="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30" dur="350" fill="hold">
                      <p:stCondLst>
                        <p:cond delay="480"/>
                      </p:stCondLst>
                      <p:childTnLst>
                        <p:par>
                          <p:cTn id="83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32" dur="350" fill="hold"/>
                                  <p:tgtEl>
                                    <p:spTgt spid="1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33" dur="350" fill="hold">
                      <p:stCondLst>
                        <p:cond delay="560"/>
                      </p:stCondLst>
                      <p:childTnLst>
                        <p:par>
                          <p:cTn id="83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35" dur="350" fill="hold"/>
                                  <p:tgtEl>
                                    <p:spTgt spid="1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36" dur="350" fill="hold">
                      <p:stCondLst>
                        <p:cond delay="640"/>
                      </p:stCondLst>
                      <p:childTnLst>
                        <p:par>
                          <p:cTn id="83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38" dur="350" fill="hold"/>
                                  <p:tgtEl>
                                    <p:spTgt spid="1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39" dur="350" fill="hold">
                      <p:stCondLst>
                        <p:cond delay="720"/>
                      </p:stCondLst>
                      <p:childTnLst>
                        <p:par>
                          <p:cTn id="84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41" dur="350" fill="hold"/>
                                  <p:tgtEl>
                                    <p:spTgt spid="1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42" dur="350" fill="hold">
                      <p:stCondLst>
                        <p:cond delay="800"/>
                      </p:stCondLst>
                      <p:childTnLst>
                        <p:par>
                          <p:cTn id="84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44" dur="350" fill="hold"/>
                                  <p:tgtEl>
                                    <p:spTgt spid="1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45" dur="350" fill="hold">
                      <p:stCondLst>
                        <p:cond delay="880"/>
                      </p:stCondLst>
                      <p:childTnLst>
                        <p:par>
                          <p:cTn id="84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47" dur="350" fill="hold"/>
                                  <p:tgtEl>
                                    <p:spTgt spid="1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48" dur="350" fill="hold">
                      <p:stCondLst>
                        <p:cond delay="960"/>
                      </p:stCondLst>
                      <p:childTnLst>
                        <p:par>
                          <p:cTn id="84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50" dur="350" fill="hold"/>
                                  <p:tgtEl>
                                    <p:spTgt spid="1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51" dur="350" fill="hold">
                      <p:stCondLst>
                        <p:cond delay="1040"/>
                      </p:stCondLst>
                      <p:childTnLst>
                        <p:par>
                          <p:cTn id="85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53" dur="350" fill="hold"/>
                                  <p:tgtEl>
                                    <p:spTgt spid="1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54" dur="350" fill="hold">
                      <p:stCondLst>
                        <p:cond delay="1120"/>
                      </p:stCondLst>
                      <p:childTnLst>
                        <p:par>
                          <p:cTn id="85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56" dur="350" fill="hold"/>
                                  <p:tgtEl>
                                    <p:spTgt spid="2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57" dur="350" fill="hold">
                      <p:stCondLst>
                        <p:cond delay="1200"/>
                      </p:stCondLst>
                      <p:childTnLst>
                        <p:par>
                          <p:cTn id="85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59" dur="350" fill="hold"/>
                                  <p:tgtEl>
                                    <p:spTgt spid="2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60" dur="350" fill="hold">
                      <p:stCondLst>
                        <p:cond delay="1280"/>
                      </p:stCondLst>
                      <p:childTnLst>
                        <p:par>
                          <p:cTn id="86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62" dur="350" fill="hold"/>
                                  <p:tgtEl>
                                    <p:spTgt spid="2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63" dur="350" fill="hold">
                      <p:stCondLst>
                        <p:cond delay="1360"/>
                      </p:stCondLst>
                      <p:childTnLst>
                        <p:par>
                          <p:cTn id="86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65" dur="350" fill="hold"/>
                                  <p:tgtEl>
                                    <p:spTgt spid="2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66" dur="350" fill="hold">
                      <p:stCondLst>
                        <p:cond delay="1440"/>
                      </p:stCondLst>
                      <p:childTnLst>
                        <p:par>
                          <p:cTn id="86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68" dur="350" fill="hold"/>
                                  <p:tgtEl>
                                    <p:spTgt spid="2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69" dur="350" fill="hold">
                      <p:stCondLst>
                        <p:cond delay="1520"/>
                      </p:stCondLst>
                      <p:childTnLst>
                        <p:par>
                          <p:cTn id="87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71" dur="350" fill="hold"/>
                                  <p:tgtEl>
                                    <p:spTgt spid="2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72" dur="350" fill="hold">
                      <p:stCondLst>
                        <p:cond delay="1600"/>
                      </p:stCondLst>
                      <p:childTnLst>
                        <p:par>
                          <p:cTn id="87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74" dur="350" fill="hold"/>
                                  <p:tgtEl>
                                    <p:spTgt spid="2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75" dur="350" fill="hold">
                      <p:stCondLst>
                        <p:cond delay="1680"/>
                      </p:stCondLst>
                      <p:childTnLst>
                        <p:par>
                          <p:cTn id="87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77" dur="350" fill="hold"/>
                                  <p:tgtEl>
                                    <p:spTgt spid="2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t>PPT 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Microsoft YaHei"/>
              </a:defRPr>
            </a:pPr>
            <a:r>
              <a:t>⭐ 27,000+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GitHub Stars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Microsoft YaHei"/>
              </a:defRPr>
            </a:pPr>
            <a:r>
              <a:t>🔓 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开源协议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Microsoft YaHei"/>
              </a:defRPr>
            </a:pPr>
            <a:r>
              <a:t>🐍 Python 3.10+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环境要求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59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Microsoft YaHei"/>
              </a:defRPr>
            </a:pPr>
            <a:r>
              <a:t>💻 本地运行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59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零数据泄露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3566160"/>
            <a:ext cx="365760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9319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D1D5DB"/>
                </a:solidFill>
                <a:latin typeface="Microsoft YaHei"/>
              </a:defRPr>
            </a:pPr>
            <a:r>
              <a:t>"不是截图拼凑的假 PPT，而是真正可编辑的演示资产。"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029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B82F6"/>
                </a:solidFill>
                <a:latin typeface="Microsoft YaHei"/>
              </a:defRPr>
            </a:pPr>
            <a:r>
              <a:t>github.com/hugohe3/ppt-master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577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本演示稿由 python-pptx 生成  ·  演示 PPT Master v1.0 各项功能  ·  Dog-Skills 收录</a:t>
            </a:r>
          </a:p>
        </p:txBody>
      </p:sp>
    </p:spTree>
  </p:cSld>
  <p:clrMapOvr>
    <a:masterClrMapping/>
  </p:clrMapOvr>
  <p:transition durm="400">
    <p:fade thruBlk="0"/>
  </p:transition>
  <p:timing>
    <p:tnLst>
      <p:par>
        <p:cTn id="878" dur="indefinite" restart="never" nodeType="tmRoot">
          <p:childTnLst>
            <p:seq concurrent="1" nextAc="seek">
              <p:cTn id="879" dur="indefinite" nodeType="mainSeq">
                <p:childTnLst>
                  <p:par>
                    <p:cTn id="880" dur="350" fill="hold">
                      <p:stCondLst>
                        <p:cond delay="0"/>
                      </p:stCondLst>
                      <p:childTnLst>
                        <p:par>
                          <p:cTn id="88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82" dur="350" fill="hold"/>
                                  <p:tgtEl>
                                    <p:spTgt spid="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83" dur="350" fill="hold">
                      <p:stCondLst>
                        <p:cond delay="80"/>
                      </p:stCondLst>
                      <p:childTnLst>
                        <p:par>
                          <p:cTn id="88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85" dur="350" fill="hold"/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86" dur="350" fill="hold">
                      <p:stCondLst>
                        <p:cond delay="160"/>
                      </p:stCondLst>
                      <p:childTnLst>
                        <p:par>
                          <p:cTn id="88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88" dur="350" fill="hold"/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89" dur="350" fill="hold">
                      <p:stCondLst>
                        <p:cond delay="240"/>
                      </p:stCondLst>
                      <p:childTnLst>
                        <p:par>
                          <p:cTn id="89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91" dur="350" fill="hold"/>
                                  <p:tgtEl>
                                    <p:spTgt spid="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92" dur="350" fill="hold">
                      <p:stCondLst>
                        <p:cond delay="320"/>
                      </p:stCondLst>
                      <p:childTnLst>
                        <p:par>
                          <p:cTn id="89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94" dur="350" fill="hold"/>
                                  <p:tgtEl>
                                    <p:spTgt spid="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95" dur="350" fill="hold">
                      <p:stCondLst>
                        <p:cond delay="400"/>
                      </p:stCondLst>
                      <p:childTnLst>
                        <p:par>
                          <p:cTn id="89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97" dur="350" fill="hold"/>
                                  <p:tgtEl>
                                    <p:spTgt spid="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98" dur="350" fill="hold">
                      <p:stCondLst>
                        <p:cond delay="480"/>
                      </p:stCondLst>
                      <p:childTnLst>
                        <p:par>
                          <p:cTn id="899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00" dur="350" fill="hold"/>
                                  <p:tgtEl>
                                    <p:spTgt spid="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01" dur="350" fill="hold">
                      <p:stCondLst>
                        <p:cond delay="560"/>
                      </p:stCondLst>
                      <p:childTnLst>
                        <p:par>
                          <p:cTn id="90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03" dur="350" fill="hold"/>
                                  <p:tgtEl>
                                    <p:spTgt spid="1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04" dur="350" fill="hold">
                      <p:stCondLst>
                        <p:cond delay="640"/>
                      </p:stCondLst>
                      <p:childTnLst>
                        <p:par>
                          <p:cTn id="90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06" dur="350" fill="hold"/>
                                  <p:tgtEl>
                                    <p:spTgt spid="1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07" dur="350" fill="hold">
                      <p:stCondLst>
                        <p:cond delay="720"/>
                      </p:stCondLst>
                      <p:childTnLst>
                        <p:par>
                          <p:cTn id="90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09" dur="350" fill="hold"/>
                                  <p:tgtEl>
                                    <p:spTgt spid="1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10" dur="350" fill="hold">
                      <p:stCondLst>
                        <p:cond delay="800"/>
                      </p:stCondLst>
                      <p:childTnLst>
                        <p:par>
                          <p:cTn id="91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12" dur="350" fill="hold"/>
                                  <p:tgtEl>
                                    <p:spTgt spid="1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13" dur="350" fill="hold">
                      <p:stCondLst>
                        <p:cond delay="880"/>
                      </p:stCondLst>
                      <p:childTnLst>
                        <p:par>
                          <p:cTn id="91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15" dur="350" fill="hold"/>
                                  <p:tgtEl>
                                    <p:spTgt spid="1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16" dur="350" fill="hold">
                      <p:stCondLst>
                        <p:cond delay="960"/>
                      </p:stCondLst>
                      <p:childTnLst>
                        <p:par>
                          <p:cTn id="91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18" dur="350" fill="hold"/>
                                  <p:tgtEl>
                                    <p:spTgt spid="1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